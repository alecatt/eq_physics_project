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151F0-191E-4917-945D-D8E75ED5B3A6}" v="19" dt="2026-01-20T11:43:52.9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 varScale="1">
        <p:scale>
          <a:sx n="77" d="100"/>
          <a:sy n="77" d="100"/>
        </p:scale>
        <p:origin x="9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a Melchionna" userId="1db7747a2a82a1f6" providerId="LiveId" clId="{ABFC3D58-653C-48C0-A874-8AE583B1CBED}"/>
    <pc:docChg chg="undo custSel addSld delSld modSld">
      <pc:chgData name="Alessandra Melchionna" userId="1db7747a2a82a1f6" providerId="LiveId" clId="{ABFC3D58-653C-48C0-A874-8AE583B1CBED}" dt="2026-01-20T11:44:03.692" v="237" actId="1076"/>
      <pc:docMkLst>
        <pc:docMk/>
      </pc:docMkLst>
      <pc:sldChg chg="addSp delSp modSp mod">
        <pc:chgData name="Alessandra Melchionna" userId="1db7747a2a82a1f6" providerId="LiveId" clId="{ABFC3D58-653C-48C0-A874-8AE583B1CBED}" dt="2026-01-20T11:43:33.142" v="231" actId="27636"/>
        <pc:sldMkLst>
          <pc:docMk/>
          <pc:sldMk cId="457058521" sldId="257"/>
        </pc:sldMkLst>
        <pc:spChg chg="mod">
          <ac:chgData name="Alessandra Melchionna" userId="1db7747a2a82a1f6" providerId="LiveId" clId="{ABFC3D58-653C-48C0-A874-8AE583B1CBED}" dt="2026-01-20T11:43:17.821" v="221" actId="26606"/>
          <ac:spMkLst>
            <pc:docMk/>
            <pc:sldMk cId="457058521" sldId="257"/>
            <ac:spMk id="2" creationId="{8E457793-4C9B-2424-579E-BA9F66263BA5}"/>
          </ac:spMkLst>
        </pc:spChg>
        <pc:spChg chg="mod">
          <ac:chgData name="Alessandra Melchionna" userId="1db7747a2a82a1f6" providerId="LiveId" clId="{ABFC3D58-653C-48C0-A874-8AE583B1CBED}" dt="2026-01-20T11:43:33.142" v="231" actId="27636"/>
          <ac:spMkLst>
            <pc:docMk/>
            <pc:sldMk cId="457058521" sldId="257"/>
            <ac:spMk id="3" creationId="{663898C4-4834-66C0-1617-B346B691C73B}"/>
          </ac:spMkLst>
        </pc:spChg>
        <pc:spChg chg="del">
          <ac:chgData name="Alessandra Melchionna" userId="1db7747a2a82a1f6" providerId="LiveId" clId="{ABFC3D58-653C-48C0-A874-8AE583B1CBED}" dt="2026-01-20T11:39:39.982" v="191" actId="26606"/>
          <ac:spMkLst>
            <pc:docMk/>
            <pc:sldMk cId="457058521" sldId="257"/>
            <ac:spMk id="38" creationId="{7FF47CB7-972F-479F-A36D-9E72D26EC8DA}"/>
          </ac:spMkLst>
        </pc:spChg>
        <pc:spChg chg="del">
          <ac:chgData name="Alessandra Melchionna" userId="1db7747a2a82a1f6" providerId="LiveId" clId="{ABFC3D58-653C-48C0-A874-8AE583B1CBED}" dt="2026-01-20T11:39:39.982" v="191" actId="26606"/>
          <ac:spMkLst>
            <pc:docMk/>
            <pc:sldMk cId="457058521" sldId="257"/>
            <ac:spMk id="39" creationId="{0D153B68-5844-490D-8E67-F616D6D721CA}"/>
          </ac:spMkLst>
        </pc:spChg>
        <pc:spChg chg="del">
          <ac:chgData name="Alessandra Melchionna" userId="1db7747a2a82a1f6" providerId="LiveId" clId="{ABFC3D58-653C-48C0-A874-8AE583B1CBED}" dt="2026-01-20T11:39:39.982" v="191" actId="26606"/>
          <ac:spMkLst>
            <pc:docMk/>
            <pc:sldMk cId="457058521" sldId="257"/>
            <ac:spMk id="40" creationId="{9A0D773F-7A7D-4DBB-9DEA-86BB8B8F4BC8}"/>
          </ac:spMkLst>
        </pc:spChg>
        <pc:spChg chg="add del">
          <ac:chgData name="Alessandra Melchionna" userId="1db7747a2a82a1f6" providerId="LiveId" clId="{ABFC3D58-653C-48C0-A874-8AE583B1CBED}" dt="2026-01-20T11:43:17.821" v="221" actId="26606"/>
          <ac:spMkLst>
            <pc:docMk/>
            <pc:sldMk cId="457058521" sldId="257"/>
            <ac:spMk id="45" creationId="{7FF47CB7-972F-479F-A36D-9E72D26EC8DA}"/>
          </ac:spMkLst>
        </pc:spChg>
        <pc:spChg chg="add del">
          <ac:chgData name="Alessandra Melchionna" userId="1db7747a2a82a1f6" providerId="LiveId" clId="{ABFC3D58-653C-48C0-A874-8AE583B1CBED}" dt="2026-01-20T11:43:17.821" v="221" actId="26606"/>
          <ac:spMkLst>
            <pc:docMk/>
            <pc:sldMk cId="457058521" sldId="257"/>
            <ac:spMk id="47" creationId="{0D153B68-5844-490D-8E67-F616D6D721CA}"/>
          </ac:spMkLst>
        </pc:spChg>
        <pc:spChg chg="add del">
          <ac:chgData name="Alessandra Melchionna" userId="1db7747a2a82a1f6" providerId="LiveId" clId="{ABFC3D58-653C-48C0-A874-8AE583B1CBED}" dt="2026-01-20T11:43:17.821" v="221" actId="26606"/>
          <ac:spMkLst>
            <pc:docMk/>
            <pc:sldMk cId="457058521" sldId="257"/>
            <ac:spMk id="49" creationId="{9A0D773F-7A7D-4DBB-9DEA-86BB8B8F4BC8}"/>
          </ac:spMkLst>
        </pc:spChg>
        <pc:spChg chg="add">
          <ac:chgData name="Alessandra Melchionna" userId="1db7747a2a82a1f6" providerId="LiveId" clId="{ABFC3D58-653C-48C0-A874-8AE583B1CBED}" dt="2026-01-20T11:43:17.821" v="221" actId="26606"/>
          <ac:spMkLst>
            <pc:docMk/>
            <pc:sldMk cId="457058521" sldId="257"/>
            <ac:spMk id="54" creationId="{F821940F-7A1D-4ACC-85B4-A932898ABB37}"/>
          </ac:spMkLst>
        </pc:spChg>
        <pc:spChg chg="add">
          <ac:chgData name="Alessandra Melchionna" userId="1db7747a2a82a1f6" providerId="LiveId" clId="{ABFC3D58-653C-48C0-A874-8AE583B1CBED}" dt="2026-01-20T11:43:17.821" v="221" actId="26606"/>
          <ac:spMkLst>
            <pc:docMk/>
            <pc:sldMk cId="457058521" sldId="257"/>
            <ac:spMk id="56" creationId="{16674508-81D3-48CF-96BF-7FC60EAA572A}"/>
          </ac:spMkLst>
        </pc:spChg>
        <pc:picChg chg="del">
          <ac:chgData name="Alessandra Melchionna" userId="1db7747a2a82a1f6" providerId="LiveId" clId="{ABFC3D58-653C-48C0-A874-8AE583B1CBED}" dt="2026-01-20T11:39:37.059" v="190" actId="478"/>
          <ac:picMkLst>
            <pc:docMk/>
            <pc:sldMk cId="457058521" sldId="257"/>
            <ac:picMk id="4" creationId="{DD0220A1-8FBF-661F-62A2-EA5A2D815990}"/>
          </ac:picMkLst>
        </pc:picChg>
        <pc:picChg chg="add mod">
          <ac:chgData name="Alessandra Melchionna" userId="1db7747a2a82a1f6" providerId="LiveId" clId="{ABFC3D58-653C-48C0-A874-8AE583B1CBED}" dt="2026-01-20T11:43:17.821" v="221" actId="26606"/>
          <ac:picMkLst>
            <pc:docMk/>
            <pc:sldMk cId="457058521" sldId="257"/>
            <ac:picMk id="5" creationId="{8D2C01A3-557F-D832-46AC-6B95CBA44ECE}"/>
          </ac:picMkLst>
        </pc:picChg>
      </pc:sldChg>
      <pc:sldChg chg="addSp delSp modSp mod">
        <pc:chgData name="Alessandra Melchionna" userId="1db7747a2a82a1f6" providerId="LiveId" clId="{ABFC3D58-653C-48C0-A874-8AE583B1CBED}" dt="2026-01-20T11:23:52.073" v="48" actId="26606"/>
        <pc:sldMkLst>
          <pc:docMk/>
          <pc:sldMk cId="3591729049" sldId="260"/>
        </pc:sldMkLst>
        <pc:spChg chg="mod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2" creationId="{033B2DD8-53D8-0536-3B12-F38D913E635A}"/>
          </ac:spMkLst>
        </pc:spChg>
        <pc:spChg chg="mod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8" creationId="{8EFB7DB5-8828-D0AE-F8F4-545A12E0D302}"/>
          </ac:spMkLst>
        </pc:spChg>
        <pc:spChg chg="del">
          <ac:chgData name="Alessandra Melchionna" userId="1db7747a2a82a1f6" providerId="LiveId" clId="{ABFC3D58-653C-48C0-A874-8AE583B1CBED}" dt="2026-01-20T11:23:41.439" v="46" actId="26606"/>
          <ac:spMkLst>
            <pc:docMk/>
            <pc:sldMk cId="3591729049" sldId="260"/>
            <ac:spMk id="12" creationId="{5D7F64A8-D625-4F61-A290-B499BB62ACFF}"/>
          </ac:spMkLst>
        </pc:spChg>
        <pc:spChg chg="add del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17" creationId="{13EFA6C3-82DC-4131-9929-2523E6FD0B81}"/>
          </ac:spMkLst>
        </pc:spChg>
        <pc:spChg chg="add del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19" creationId="{AEC9469E-14CA-4358-BABC-CBF836A6142D}"/>
          </ac:spMkLst>
        </pc:spChg>
        <pc:spChg chg="add del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21" creationId="{048EB4C9-ACAF-4CCA-BA6E-9314431923B2}"/>
          </ac:spMkLst>
        </pc:spChg>
        <pc:spChg chg="add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26" creationId="{85F55C16-BC21-49EF-A4FF-C3155BB93BD3}"/>
          </ac:spMkLst>
        </pc:spChg>
        <pc:spChg chg="add">
          <ac:chgData name="Alessandra Melchionna" userId="1db7747a2a82a1f6" providerId="LiveId" clId="{ABFC3D58-653C-48C0-A874-8AE583B1CBED}" dt="2026-01-20T11:23:52.073" v="48" actId="26606"/>
          <ac:spMkLst>
            <pc:docMk/>
            <pc:sldMk cId="3591729049" sldId="260"/>
            <ac:spMk id="28" creationId="{0C5F069E-AFE6-4825-8945-46F2918A5019}"/>
          </ac:spMkLst>
        </pc:spChg>
        <pc:picChg chg="mod">
          <ac:chgData name="Alessandra Melchionna" userId="1db7747a2a82a1f6" providerId="LiveId" clId="{ABFC3D58-653C-48C0-A874-8AE583B1CBED}" dt="2026-01-20T11:23:52.073" v="48" actId="26606"/>
          <ac:picMkLst>
            <pc:docMk/>
            <pc:sldMk cId="3591729049" sldId="260"/>
            <ac:picMk id="7" creationId="{F42F71E1-86ED-98A0-7022-03557D4CF8C0}"/>
          </ac:picMkLst>
        </pc:picChg>
        <pc:picChg chg="del">
          <ac:chgData name="Alessandra Melchionna" userId="1db7747a2a82a1f6" providerId="LiveId" clId="{ABFC3D58-653C-48C0-A874-8AE583B1CBED}" dt="2026-01-20T11:23:41.439" v="46" actId="26606"/>
          <ac:picMkLst>
            <pc:docMk/>
            <pc:sldMk cId="3591729049" sldId="260"/>
            <ac:picMk id="9" creationId="{574BA884-B527-4829-8385-32E6EDD8799B}"/>
          </ac:picMkLst>
        </pc:picChg>
      </pc:sldChg>
      <pc:sldChg chg="addSp delSp modSp mod">
        <pc:chgData name="Alessandra Melchionna" userId="1db7747a2a82a1f6" providerId="LiveId" clId="{ABFC3D58-653C-48C0-A874-8AE583B1CBED}" dt="2026-01-20T11:42:59.034" v="217" actId="14100"/>
        <pc:sldMkLst>
          <pc:docMk/>
          <pc:sldMk cId="286163823" sldId="261"/>
        </pc:sldMkLst>
        <pc:spChg chg="mod">
          <ac:chgData name="Alessandra Melchionna" userId="1db7747a2a82a1f6" providerId="LiveId" clId="{ABFC3D58-653C-48C0-A874-8AE583B1CBED}" dt="2026-01-20T11:41:49.072" v="200" actId="26606"/>
          <ac:spMkLst>
            <pc:docMk/>
            <pc:sldMk cId="286163823" sldId="261"/>
            <ac:spMk id="2" creationId="{C14D428D-60A3-B311-82B3-B3878ED9B147}"/>
          </ac:spMkLst>
        </pc:spChg>
        <pc:spChg chg="add del mod ord">
          <ac:chgData name="Alessandra Melchionna" userId="1db7747a2a82a1f6" providerId="LiveId" clId="{ABFC3D58-653C-48C0-A874-8AE583B1CBED}" dt="2026-01-20T11:41:46.663" v="199" actId="478"/>
          <ac:spMkLst>
            <pc:docMk/>
            <pc:sldMk cId="286163823" sldId="261"/>
            <ac:spMk id="8" creationId="{AD117BDB-1DAB-C5B1-37A8-5183553608A6}"/>
          </ac:spMkLst>
        </pc:spChg>
        <pc:spChg chg="add del">
          <ac:chgData name="Alessandra Melchionna" userId="1db7747a2a82a1f6" providerId="LiveId" clId="{ABFC3D58-653C-48C0-A874-8AE583B1CBED}" dt="2026-01-20T11:25:40.461" v="73" actId="26606"/>
          <ac:spMkLst>
            <pc:docMk/>
            <pc:sldMk cId="286163823" sldId="261"/>
            <ac:spMk id="3098" creationId="{8ED94938-268E-4C0A-A08A-B3980C78BAEB}"/>
          </ac:spMkLst>
        </pc:spChg>
        <pc:spChg chg="add del">
          <ac:chgData name="Alessandra Melchionna" userId="1db7747a2a82a1f6" providerId="LiveId" clId="{ABFC3D58-653C-48C0-A874-8AE583B1CBED}" dt="2026-01-20T11:25:40.461" v="73" actId="26606"/>
          <ac:spMkLst>
            <pc:docMk/>
            <pc:sldMk cId="286163823" sldId="261"/>
            <ac:spMk id="3099" creationId="{E3BF711F-F9A0-4EA4-B156-A79E9F362447}"/>
          </ac:spMkLst>
        </pc:spChg>
        <pc:spChg chg="add del">
          <ac:chgData name="Alessandra Melchionna" userId="1db7747a2a82a1f6" providerId="LiveId" clId="{ABFC3D58-653C-48C0-A874-8AE583B1CBED}" dt="2026-01-20T11:41:49.072" v="200" actId="26606"/>
          <ac:spMkLst>
            <pc:docMk/>
            <pc:sldMk cId="286163823" sldId="261"/>
            <ac:spMk id="3103" creationId="{C9044227-071D-4831-94D0-C92D4840BA96}"/>
          </ac:spMkLst>
        </pc:spChg>
        <pc:spChg chg="add del">
          <ac:chgData name="Alessandra Melchionna" userId="1db7747a2a82a1f6" providerId="LiveId" clId="{ABFC3D58-653C-48C0-A874-8AE583B1CBED}" dt="2026-01-20T11:24:41.907" v="72" actId="26606"/>
          <ac:spMkLst>
            <pc:docMk/>
            <pc:sldMk cId="286163823" sldId="261"/>
            <ac:spMk id="3106" creationId="{C9044227-071D-4831-94D0-C92D4840BA96}"/>
          </ac:spMkLst>
        </pc:spChg>
        <pc:spChg chg="add del">
          <ac:chgData name="Alessandra Melchionna" userId="1db7747a2a82a1f6" providerId="LiveId" clId="{ABFC3D58-653C-48C0-A874-8AE583B1CBED}" dt="2026-01-20T11:42:35.842" v="212" actId="26606"/>
          <ac:spMkLst>
            <pc:docMk/>
            <pc:sldMk cId="286163823" sldId="261"/>
            <ac:spMk id="3121" creationId="{78BA5F19-D5E1-4ECC-BEC2-DF7AEDFD7C50}"/>
          </ac:spMkLst>
        </pc:spChg>
        <pc:spChg chg="add del">
          <ac:chgData name="Alessandra Melchionna" userId="1db7747a2a82a1f6" providerId="LiveId" clId="{ABFC3D58-653C-48C0-A874-8AE583B1CBED}" dt="2026-01-20T11:42:35.842" v="212" actId="26606"/>
          <ac:spMkLst>
            <pc:docMk/>
            <pc:sldMk cId="286163823" sldId="261"/>
            <ac:spMk id="3123" creationId="{50CC88A9-A661-4C48-866E-8734E51140B1}"/>
          </ac:spMkLst>
        </pc:spChg>
        <pc:spChg chg="add del">
          <ac:chgData name="Alessandra Melchionna" userId="1db7747a2a82a1f6" providerId="LiveId" clId="{ABFC3D58-653C-48C0-A874-8AE583B1CBED}" dt="2026-01-20T11:42:35.842" v="212" actId="26606"/>
          <ac:spMkLst>
            <pc:docMk/>
            <pc:sldMk cId="286163823" sldId="261"/>
            <ac:spMk id="3125" creationId="{CFDF195F-784B-4D00-8C92-6FC1B0499EA1}"/>
          </ac:spMkLst>
        </pc:spChg>
        <pc:spChg chg="add">
          <ac:chgData name="Alessandra Melchionna" userId="1db7747a2a82a1f6" providerId="LiveId" clId="{ABFC3D58-653C-48C0-A874-8AE583B1CBED}" dt="2026-01-20T11:42:35.842" v="212" actId="26606"/>
          <ac:spMkLst>
            <pc:docMk/>
            <pc:sldMk cId="286163823" sldId="261"/>
            <ac:spMk id="3130" creationId="{78BA5F19-D5E1-4ECC-BEC2-DF7AEDFD7C50}"/>
          </ac:spMkLst>
        </pc:spChg>
        <pc:spChg chg="add">
          <ac:chgData name="Alessandra Melchionna" userId="1db7747a2a82a1f6" providerId="LiveId" clId="{ABFC3D58-653C-48C0-A874-8AE583B1CBED}" dt="2026-01-20T11:42:35.842" v="212" actId="26606"/>
          <ac:spMkLst>
            <pc:docMk/>
            <pc:sldMk cId="286163823" sldId="261"/>
            <ac:spMk id="3132" creationId="{50CC88A9-A661-4C48-866E-8734E51140B1}"/>
          </ac:spMkLst>
        </pc:spChg>
        <pc:spChg chg="add">
          <ac:chgData name="Alessandra Melchionna" userId="1db7747a2a82a1f6" providerId="LiveId" clId="{ABFC3D58-653C-48C0-A874-8AE583B1CBED}" dt="2026-01-20T11:42:35.842" v="212" actId="26606"/>
          <ac:spMkLst>
            <pc:docMk/>
            <pc:sldMk cId="286163823" sldId="261"/>
            <ac:spMk id="3134" creationId="{CFDF195F-784B-4D00-8C92-6FC1B0499EA1}"/>
          </ac:spMkLst>
        </pc:spChg>
        <pc:grpChg chg="add del">
          <ac:chgData name="Alessandra Melchionna" userId="1db7747a2a82a1f6" providerId="LiveId" clId="{ABFC3D58-653C-48C0-A874-8AE583B1CBED}" dt="2026-01-20T11:25:40.461" v="73" actId="26606"/>
          <ac:grpSpMkLst>
            <pc:docMk/>
            <pc:sldMk cId="286163823" sldId="261"/>
            <ac:grpSpMk id="3100" creationId="{B83D307E-DF68-43F8-97CE-0AAE950A7129}"/>
          </ac:grpSpMkLst>
        </pc:grpChg>
        <pc:grpChg chg="add del">
          <ac:chgData name="Alessandra Melchionna" userId="1db7747a2a82a1f6" providerId="LiveId" clId="{ABFC3D58-653C-48C0-A874-8AE583B1CBED}" dt="2026-01-20T11:41:49.072" v="200" actId="26606"/>
          <ac:grpSpMkLst>
            <pc:docMk/>
            <pc:sldMk cId="286163823" sldId="261"/>
            <ac:grpSpMk id="3104" creationId="{C27F758D-B23C-459E-AD21-6621782C7268}"/>
          </ac:grpSpMkLst>
        </pc:grpChg>
        <pc:grpChg chg="add del">
          <ac:chgData name="Alessandra Melchionna" userId="1db7747a2a82a1f6" providerId="LiveId" clId="{ABFC3D58-653C-48C0-A874-8AE583B1CBED}" dt="2026-01-20T11:24:41.907" v="72" actId="26606"/>
          <ac:grpSpMkLst>
            <pc:docMk/>
            <pc:sldMk cId="286163823" sldId="261"/>
            <ac:grpSpMk id="3108" creationId="{C27F758D-B23C-459E-AD21-6621782C7268}"/>
          </ac:grpSpMkLst>
        </pc:grpChg>
        <pc:grpChg chg="add del">
          <ac:chgData name="Alessandra Melchionna" userId="1db7747a2a82a1f6" providerId="LiveId" clId="{ABFC3D58-653C-48C0-A874-8AE583B1CBED}" dt="2026-01-20T11:41:49.072" v="200" actId="26606"/>
          <ac:grpSpMkLst>
            <pc:docMk/>
            <pc:sldMk cId="286163823" sldId="261"/>
            <ac:grpSpMk id="3111" creationId="{57B65906-47BE-4CEA-9E50-301890FFE478}"/>
          </ac:grpSpMkLst>
        </pc:grpChg>
        <pc:grpChg chg="add del">
          <ac:chgData name="Alessandra Melchionna" userId="1db7747a2a82a1f6" providerId="LiveId" clId="{ABFC3D58-653C-48C0-A874-8AE583B1CBED}" dt="2026-01-20T11:24:41.907" v="72" actId="26606"/>
          <ac:grpSpMkLst>
            <pc:docMk/>
            <pc:sldMk cId="286163823" sldId="261"/>
            <ac:grpSpMk id="3112" creationId="{57B65906-47BE-4CEA-9E50-301890FFE478}"/>
          </ac:grpSpMkLst>
        </pc:grpChg>
        <pc:picChg chg="add mod">
          <ac:chgData name="Alessandra Melchionna" userId="1db7747a2a82a1f6" providerId="LiveId" clId="{ABFC3D58-653C-48C0-A874-8AE583B1CBED}" dt="2026-01-20T11:42:43.835" v="214" actId="14100"/>
          <ac:picMkLst>
            <pc:docMk/>
            <pc:sldMk cId="286163823" sldId="261"/>
            <ac:picMk id="3" creationId="{92FECCF5-61FC-D9F4-F5CE-86E3B7F47020}"/>
          </ac:picMkLst>
        </pc:picChg>
        <pc:picChg chg="del mod ord">
          <ac:chgData name="Alessandra Melchionna" userId="1db7747a2a82a1f6" providerId="LiveId" clId="{ABFC3D58-653C-48C0-A874-8AE583B1CBED}" dt="2026-01-20T11:42:22.717" v="209" actId="478"/>
          <ac:picMkLst>
            <pc:docMk/>
            <pc:sldMk cId="286163823" sldId="261"/>
            <ac:picMk id="7" creationId="{B7B315EB-F8DD-DF03-26DC-87A87B584B3A}"/>
          </ac:picMkLst>
        </pc:picChg>
        <pc:picChg chg="add mod">
          <ac:chgData name="Alessandra Melchionna" userId="1db7747a2a82a1f6" providerId="LiveId" clId="{ABFC3D58-653C-48C0-A874-8AE583B1CBED}" dt="2026-01-20T11:42:59.034" v="217" actId="14100"/>
          <ac:picMkLst>
            <pc:docMk/>
            <pc:sldMk cId="286163823" sldId="261"/>
            <ac:picMk id="1026" creationId="{16D76BAD-58FA-8976-A1D2-90049B33531F}"/>
          </ac:picMkLst>
        </pc:picChg>
        <pc:picChg chg="del mod ord">
          <ac:chgData name="Alessandra Melchionna" userId="1db7747a2a82a1f6" providerId="LiveId" clId="{ABFC3D58-653C-48C0-A874-8AE583B1CBED}" dt="2026-01-20T11:42:11.720" v="204" actId="478"/>
          <ac:picMkLst>
            <pc:docMk/>
            <pc:sldMk cId="286163823" sldId="261"/>
            <ac:picMk id="3074" creationId="{A518CEE8-3C8E-61AA-D894-7B4CD546BB61}"/>
          </ac:picMkLst>
        </pc:picChg>
        <pc:picChg chg="del mod">
          <ac:chgData name="Alessandra Melchionna" userId="1db7747a2a82a1f6" providerId="LiveId" clId="{ABFC3D58-653C-48C0-A874-8AE583B1CBED}" dt="2026-01-20T11:41:38.852" v="197" actId="478"/>
          <ac:picMkLst>
            <pc:docMk/>
            <pc:sldMk cId="286163823" sldId="261"/>
            <ac:picMk id="3076" creationId="{59B95B61-AED1-3C14-559A-EE01C042D6DB}"/>
          </ac:picMkLst>
        </pc:picChg>
      </pc:sldChg>
      <pc:sldChg chg="new del">
        <pc:chgData name="Alessandra Melchionna" userId="1db7747a2a82a1f6" providerId="LiveId" clId="{ABFC3D58-653C-48C0-A874-8AE583B1CBED}" dt="2026-01-20T11:43:04.371" v="219" actId="47"/>
        <pc:sldMkLst>
          <pc:docMk/>
          <pc:sldMk cId="991748549" sldId="262"/>
        </pc:sldMkLst>
      </pc:sldChg>
      <pc:sldChg chg="addSp delSp modSp add mod">
        <pc:chgData name="Alessandra Melchionna" userId="1db7747a2a82a1f6" providerId="LiveId" clId="{ABFC3D58-653C-48C0-A874-8AE583B1CBED}" dt="2026-01-20T11:44:03.692" v="237" actId="1076"/>
        <pc:sldMkLst>
          <pc:docMk/>
          <pc:sldMk cId="2830479844" sldId="262"/>
        </pc:sldMkLst>
        <pc:picChg chg="del">
          <ac:chgData name="Alessandra Melchionna" userId="1db7747a2a82a1f6" providerId="LiveId" clId="{ABFC3D58-653C-48C0-A874-8AE583B1CBED}" dt="2026-01-20T11:43:39.882" v="233" actId="478"/>
          <ac:picMkLst>
            <pc:docMk/>
            <pc:sldMk cId="2830479844" sldId="262"/>
            <ac:picMk id="3" creationId="{4945A414-1589-D7F8-B0D1-D02ADD301505}"/>
          </ac:picMkLst>
        </pc:picChg>
        <pc:picChg chg="add mod">
          <ac:chgData name="Alessandra Melchionna" userId="1db7747a2a82a1f6" providerId="LiveId" clId="{ABFC3D58-653C-48C0-A874-8AE583B1CBED}" dt="2026-01-20T11:44:03.692" v="237" actId="1076"/>
          <ac:picMkLst>
            <pc:docMk/>
            <pc:sldMk cId="2830479844" sldId="262"/>
            <ac:picMk id="4" creationId="{EAA4CC3C-2F15-FD6B-6BF9-69D614C0CD7A}"/>
          </ac:picMkLst>
        </pc:picChg>
        <pc:picChg chg="del">
          <ac:chgData name="Alessandra Melchionna" userId="1db7747a2a82a1f6" providerId="LiveId" clId="{ABFC3D58-653C-48C0-A874-8AE583B1CBED}" dt="2026-01-20T11:43:38.830" v="232" actId="478"/>
          <ac:picMkLst>
            <pc:docMk/>
            <pc:sldMk cId="2830479844" sldId="262"/>
            <ac:picMk id="1026" creationId="{1861EDF4-616D-CD2E-6F79-72D81157921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EA317B-33A4-4E1D-9956-50E2D9FB70F4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A5C7D1-7F09-4EA0-8917-4D40D57A51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8820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A5C7D1-7F09-4EA0-8917-4D40D57A5108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84690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244D29-970C-9435-5735-24D8B6282B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868D031-F5DF-B68F-4AB7-5FE4AB0C32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85DF91-1DC2-90D6-C8E2-2026303B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68188-49D0-0F83-EC6B-A58DC4E8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DD67D9-28DF-4584-93EA-D42D2E6F0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9149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DF5A53-17D0-EBD3-41D3-D16D33040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60A5B4-B4DF-E170-1A25-6A2789F30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B7A8DC-0416-D09A-DDA6-CA22C536B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F328C1-8DC6-EB51-A58D-0285F723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170D87-B358-8AAF-485F-91784FC1D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93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5000DA-106A-CC5B-85A4-68DBA492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C86901-E88F-874C-9F98-0982E502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AF49FC-336D-4780-F271-A80F42B5A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26FC403-B9C9-2A2E-36C2-E9607D445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DE9700-736D-A06E-B732-468FF302D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362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3AE223-A247-9C1D-15D3-C86D39A9F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C89CC-EE20-220E-7A90-DA473C3285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FE07D4-CB0C-10F9-ADBD-C56AB134E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23D885E-141D-EEA2-90DC-A9B257EF2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57B08D7-DB7F-AFCA-F1A6-009803347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A04985C-649D-7BD1-D6AB-91F80CF1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9259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9634ED-ADCB-754C-3D0A-60801BD21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A7579EB-5D30-AA01-B7FE-7DBBF1974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E04176-ED5A-6DCE-3863-7E85C4E01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BA55676-C99A-03F2-AFF2-91ACB8B70A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44603F2-0AAD-8947-0872-F1F933F7BC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9A8765B-50DB-3ED5-2F4C-78D062A6B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F38FF25-110C-595D-9BDF-358F17E89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0AE5C72-93EE-2729-9C03-82159A459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2074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2DE222-ED41-55E0-9908-D0E964CE2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9878538-E616-05DE-D28F-C5B765FC1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970FD7D7-165B-1EB7-5881-A793982C8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40DF96F-8B12-A5B2-C1BA-FE3C44A1A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0599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C7EBC48-0E1E-92A1-6714-D671ECBCC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D3FF661-45C9-9F49-86E6-A2D69B3A8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A5C9E01-0228-E664-84B4-8F12E93C8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95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029C96-E69A-AA62-7665-E840A7F71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4ED965-FC5E-F816-6374-4B6A66E1E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17D7E2A-456E-2973-A81F-3F09FECB9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19508CC-C5E9-EE68-400A-3C3B7379A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A23FE3E-1C11-77B9-319C-D510A5F39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2F49A38-57D4-C904-B3EE-EA6D9F69C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5368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B3C83-0030-FEB3-9FCF-BFC9E4D4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E3290898-F40D-1122-90F2-4D45F93EC0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E49F3D8-B77E-2A77-8A22-3C49C2ADA4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042CE98-5571-0255-A68E-77B8688BA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4FC290-DEFE-97AD-7C2C-9909B245D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950DE54-E518-D81A-5D57-2C27ADED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210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0FE254-A3F4-ED9B-BA8C-81E50B0BF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C8740E8-F427-48AC-0A76-13A3A1319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D43FD-CAE6-2FEC-83E6-A01582C4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CF5C9E-432F-4ECF-5846-2481C1957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47B3874-8CEE-ECAA-E445-ED6BA56B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3114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C1F57E2E-A83E-3FDC-4F3A-CB039DA3A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A709B6D-E660-BF4F-91E5-C767A0302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74A47A-BBB1-DA70-07DF-B341C7FFF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D7221C-1C70-7261-819A-B0A7DD004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4AE29D1-E298-0606-2310-4CA12BD43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78677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5A6351-C794-170A-BC87-7625087FA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1D82489-185E-C49C-D123-9A07AE432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BF8DA97-F104-E52B-9D9C-05A3B572D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D353DA-8F0F-424D-8839-5558FDBD7918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32666E9-DA22-DF2A-613B-7C91515D9E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6D2DD93-2365-763A-6536-49BB34CB4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58116-2A70-46B5-853A-50BFB4C84F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1718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Rectangle 1035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Plate Tectonics">
            <a:extLst>
              <a:ext uri="{FF2B5EF4-FFF2-40B4-BE49-F238E27FC236}">
                <a16:creationId xmlns:a16="http://schemas.microsoft.com/office/drawing/2014/main" id="{F26A72A2-8CC0-B8B5-AC48-D41CEA8BE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67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E2FC837-AE83-2651-1578-20EABC7DB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it-IT" sz="5100" dirty="0">
                <a:solidFill>
                  <a:srgbClr val="FFFFFF"/>
                </a:solidFill>
              </a:rPr>
              <a:t>D.E.E.P.</a:t>
            </a:r>
            <a:br>
              <a:rPr lang="it-IT" sz="5100" dirty="0">
                <a:solidFill>
                  <a:srgbClr val="FFFFFF"/>
                </a:solidFill>
              </a:rPr>
            </a:br>
            <a:r>
              <a:rPr lang="en-US" sz="5100" dirty="0">
                <a:solidFill>
                  <a:srgbClr val="FFFFFF"/>
                </a:solidFill>
              </a:rPr>
              <a:t>Detecting Earthquakes and Extracting Phases </a:t>
            </a:r>
            <a:br>
              <a:rPr lang="en-US" sz="5100" dirty="0">
                <a:solidFill>
                  <a:srgbClr val="FFFFFF"/>
                </a:solidFill>
              </a:rPr>
            </a:br>
            <a:endParaRPr lang="it-IT" sz="5100" dirty="0">
              <a:solidFill>
                <a:srgbClr val="FFFFFF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7E7824A-502F-3434-D870-14D5717299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Unified Deep Learning for Simultaneous Seismic Event Detection and Phase Picking.</a:t>
            </a:r>
          </a:p>
          <a:p>
            <a:r>
              <a:rPr lang="en-US" sz="2000">
                <a:solidFill>
                  <a:srgbClr val="FFFFFF"/>
                </a:solidFill>
              </a:rPr>
              <a:t>by Cattaneo Alessandro &amp; Melchionna Alessandra</a:t>
            </a:r>
            <a:endParaRPr lang="it-IT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832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E457793-4C9B-2424-579E-BA9F66263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it-IT" sz="3700" dirty="0"/>
              <a:t>The </a:t>
            </a:r>
            <a:r>
              <a:rPr lang="it-IT" sz="3700" dirty="0" err="1"/>
              <a:t>Why</a:t>
            </a:r>
            <a:r>
              <a:rPr lang="it-IT" sz="3700" dirty="0"/>
              <a:t>: </a:t>
            </a:r>
            <a:r>
              <a:rPr lang="it-IT" sz="3700" dirty="0" err="1"/>
              <a:t>Introduction</a:t>
            </a:r>
            <a:r>
              <a:rPr lang="it-IT" sz="3700" dirty="0"/>
              <a:t> &amp; </a:t>
            </a:r>
            <a:r>
              <a:rPr lang="it-IT" sz="3700" dirty="0" err="1"/>
              <a:t>Problem</a:t>
            </a:r>
            <a:endParaRPr lang="it-IT" sz="370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3898C4-4834-66C0-1617-B346B691C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644" y="2194102"/>
            <a:ext cx="5414356" cy="4722087"/>
          </a:xfrm>
        </p:spPr>
        <p:txBody>
          <a:bodyPr>
            <a:normAutofit fontScale="92500" lnSpcReduction="10000"/>
          </a:bodyPr>
          <a:lstStyle/>
          <a:p>
            <a:r>
              <a:rPr lang="en-US" sz="1700" dirty="0"/>
              <a:t>The transition from sparse networks to "N-</a:t>
            </a:r>
            <a:r>
              <a:rPr lang="en-US" sz="1700" dirty="0" err="1"/>
              <a:t>th</a:t>
            </a:r>
            <a:r>
              <a:rPr lang="en-US" sz="1700" dirty="0"/>
              <a:t> generation" dense arrays.</a:t>
            </a:r>
          </a:p>
          <a:p>
            <a:r>
              <a:rPr lang="en-US" sz="1700" dirty="0"/>
              <a:t>Daily Volume: Terabytes of raw continuous data.</a:t>
            </a:r>
          </a:p>
          <a:p>
            <a:r>
              <a:rPr lang="en-US" sz="1700" dirty="0"/>
              <a:t>The Bottleneck: Manual analysis is unscalable and subjective.</a:t>
            </a:r>
          </a:p>
          <a:p>
            <a:r>
              <a:rPr lang="en-US" sz="1700" dirty="0"/>
              <a:t>STA/LTA (Short-Term Average / Long-Term Average) triggers.</a:t>
            </a:r>
          </a:p>
          <a:p>
            <a:r>
              <a:rPr lang="en-US" sz="1700" dirty="0"/>
              <a:t>Sensitivity to anthropogenic noise (traffic, industry).</a:t>
            </a:r>
          </a:p>
          <a:p>
            <a:r>
              <a:rPr lang="en-US" sz="1700" dirty="0"/>
              <a:t>Failure on micro-earthquakes (low SNR).</a:t>
            </a:r>
          </a:p>
          <a:p>
            <a:r>
              <a:rPr lang="en-US" sz="1700" dirty="0"/>
              <a:t>Unified Tasking: One model for Detection + Picking.</a:t>
            </a:r>
          </a:p>
          <a:p>
            <a:r>
              <a:rPr lang="en-US" sz="1700" dirty="0"/>
              <a:t>High Temporal Resolution: Precision within milliseconds.</a:t>
            </a:r>
          </a:p>
          <a:p>
            <a:r>
              <a:rPr lang="en-US" sz="1700" dirty="0"/>
              <a:t>Probabilistic Output: Predicting likelihood, not just a single point.</a:t>
            </a:r>
            <a:br>
              <a:rPr lang="en-US" sz="1700" dirty="0"/>
            </a:br>
            <a:br>
              <a:rPr lang="en-US" sz="1000" dirty="0"/>
            </a:br>
            <a:br>
              <a:rPr lang="en-US" sz="1000" dirty="0"/>
            </a:br>
            <a:br>
              <a:rPr lang="en-US" sz="1000" dirty="0"/>
            </a:br>
            <a:br>
              <a:rPr lang="en-US" sz="1000" dirty="0"/>
            </a:br>
            <a:br>
              <a:rPr lang="en-US" sz="1000" dirty="0"/>
            </a:br>
            <a:br>
              <a:rPr lang="en-US" sz="1000" dirty="0"/>
            </a:br>
            <a:br>
              <a:rPr lang="en-US" sz="1000" dirty="0"/>
            </a:br>
            <a:br>
              <a:rPr lang="en-US" sz="1000" dirty="0"/>
            </a:br>
            <a:endParaRPr lang="en-US" sz="1000" dirty="0"/>
          </a:p>
          <a:p>
            <a:endParaRPr lang="it-IT" sz="1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D2C01A3-557F-D832-46AC-6B95CBA44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610" y="2267539"/>
            <a:ext cx="4737650" cy="2345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05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0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2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1999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921DF38-0805-FC22-D045-33E35E533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0366" y="609600"/>
            <a:ext cx="4267200" cy="1351472"/>
          </a:xfrm>
        </p:spPr>
        <p:txBody>
          <a:bodyPr>
            <a:normAutofit/>
          </a:bodyPr>
          <a:lstStyle/>
          <a:p>
            <a:pPr algn="ctr"/>
            <a:r>
              <a:rPr lang="it-IT">
                <a:solidFill>
                  <a:schemeClr val="tx1">
                    <a:lumMod val="85000"/>
                    <a:lumOff val="15000"/>
                  </a:schemeClr>
                </a:solidFill>
              </a:rPr>
              <a:t>The Data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7FABBBD-D718-EE3E-9E66-78BC462066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34" r="19258" b="2"/>
          <a:stretch>
            <a:fillRect/>
          </a:stretch>
        </p:blipFill>
        <p:spPr>
          <a:xfrm>
            <a:off x="23034" y="-1"/>
            <a:ext cx="3695699" cy="6858001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E203C29-71B5-D3A1-6439-68E8589ED9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98966" y="2147357"/>
                <a:ext cx="3810000" cy="4101042"/>
              </a:xfrm>
            </p:spPr>
            <p:txBody>
              <a:bodyPr>
                <a:normAutofit/>
              </a:bodyPr>
              <a:lstStyle/>
              <a:p>
                <a:r>
                  <a:rPr lang="it-IT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Source: INGV (Istituto Nazionale di Geofisica e Vulcanologia).</a:t>
                </a:r>
              </a:p>
              <a:p>
                <a:r>
                  <a:rPr lang="it-IT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Data Format: 3-Component waveforms (East, North, Vertical).</a:t>
                </a:r>
              </a:p>
              <a:p>
                <a:r>
                  <a:rPr lang="it-IT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Sampling: 100 Hz (6000 samples per 60-second window).</a:t>
                </a:r>
              </a:p>
              <a:p>
                <a:r>
                  <a:rPr lang="en-US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50/50 Strategy.</a:t>
                </a:r>
              </a:p>
              <a:p>
                <a:r>
                  <a:rPr lang="en-US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problem with "Dirac Delta" (single point) targets.</a:t>
                </a:r>
              </a:p>
              <a:p>
                <a:r>
                  <a:rPr lang="en-US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Gaussian standard deviation (</a:t>
                </a:r>
                <a14:m>
                  <m:oMath xmlns:m="http://schemas.openxmlformats.org/officeDocument/2006/math">
                    <m:r>
                      <a:rPr lang="en-US" sz="19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9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=0.3</m:t>
                    </m:r>
                    <m:r>
                      <a:rPr lang="en-US" sz="19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9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).</a:t>
                </a:r>
              </a:p>
              <a:p>
                <a:endParaRPr lang="it-IT" sz="190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E203C29-71B5-D3A1-6439-68E8589ED9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98966" y="2147357"/>
                <a:ext cx="3810000" cy="4101042"/>
              </a:xfrm>
              <a:blipFill>
                <a:blip r:embed="rId4"/>
                <a:stretch>
                  <a:fillRect l="-1280" t="-1486" r="-256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45895F14-D0ED-90D0-7FB9-3B508C1459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705" r="22634"/>
          <a:stretch>
            <a:fillRect/>
          </a:stretch>
        </p:blipFill>
        <p:spPr>
          <a:xfrm>
            <a:off x="8580467" y="10"/>
            <a:ext cx="3611533" cy="6857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56361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79630B-0F0B-446E-A637-38FA8F61D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437C99-FC8E-4311-B48A-F0C4C329B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028" y="-1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566DEB-08FA-8559-7507-E8443067F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5" y="609600"/>
            <a:ext cx="3595678" cy="1330839"/>
          </a:xfrm>
        </p:spPr>
        <p:txBody>
          <a:bodyPr>
            <a:normAutofit/>
          </a:bodyPr>
          <a:lstStyle/>
          <a:p>
            <a:r>
              <a:rPr lang="it-IT" dirty="0"/>
              <a:t>The Engine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FD09DC-7589-5AD3-2D32-EF7006FC1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7034" y="2194102"/>
                <a:ext cx="3158741" cy="3908586"/>
              </a:xfrm>
            </p:spPr>
            <p:txBody>
              <a:bodyPr>
                <a:normAutofit/>
              </a:bodyPr>
              <a:lstStyle/>
              <a:p>
                <a:r>
                  <a:rPr lang="en-US" sz="2000"/>
                  <a:t>Convolutional Layers (Kernel size 7).</a:t>
                </a:r>
              </a:p>
              <a:p>
                <a:r>
                  <a:rPr lang="en-US" sz="2000"/>
                  <a:t>Max-pooling for temporal downsampling.</a:t>
                </a:r>
              </a:p>
              <a:p>
                <a:r>
                  <a:rPr lang="it-IT" sz="2000"/>
                  <a:t>Loss Function: Binary Cross-Entropy (BCE).</a:t>
                </a:r>
              </a:p>
              <a:p>
                <a:r>
                  <a:rPr lang="it-IT" sz="2000"/>
                  <a:t>Optimizer: Adam (</a:t>
                </a:r>
                <a14:m>
                  <m:oMath xmlns:m="http://schemas.openxmlformats.org/officeDocument/2006/math">
                    <m:r>
                      <a:rPr lang="it-IT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20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it-IT" sz="2000"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it-IT" sz="2000"/>
                  <a:t>).</a:t>
                </a:r>
              </a:p>
              <a:p>
                <a:r>
                  <a:rPr lang="it-IT" sz="2000"/>
                  <a:t>Hardware: GPU-accelerated training in PyTorch.</a:t>
                </a:r>
              </a:p>
              <a:p>
                <a:endParaRPr lang="it-IT" sz="200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FD09DC-7589-5AD3-2D32-EF7006FC1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7034" y="2194102"/>
                <a:ext cx="3158741" cy="3908586"/>
              </a:xfrm>
              <a:blipFill>
                <a:blip r:embed="rId2"/>
                <a:stretch>
                  <a:fillRect l="-1737" t="-1560" r="-32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linea, diagramma, schermata, Parallelo&#10;&#10;Il contenuto generato dall'IA potrebbe non essere corretto.">
            <a:extLst>
              <a:ext uri="{FF2B5EF4-FFF2-40B4-BE49-F238E27FC236}">
                <a16:creationId xmlns:a16="http://schemas.microsoft.com/office/drawing/2014/main" id="{FC0C6831-1947-D055-2567-227C5FB5AA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" r="8852" b="-1"/>
          <a:stretch>
            <a:fillRect/>
          </a:stretch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4655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85F55C16-BC21-49EF-A4FF-C3155BB93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33B2DD8-53D8-0536-3B12-F38D913E6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8400" y="365125"/>
            <a:ext cx="5105398" cy="1952744"/>
          </a:xfrm>
        </p:spPr>
        <p:txBody>
          <a:bodyPr>
            <a:normAutofit/>
          </a:bodyPr>
          <a:lstStyle/>
          <a:p>
            <a:r>
              <a:rPr lang="it-IT"/>
              <a:t>The Seismic Agente (Live Application)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C5F069E-AFE6-4825-8945-46F2918A5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6116569" cy="6858000"/>
          </a:xfrm>
          <a:custGeom>
            <a:avLst/>
            <a:gdLst>
              <a:gd name="connsiteX0" fmla="*/ 0 w 6116569"/>
              <a:gd name="connsiteY0" fmla="*/ 0 h 6879321"/>
              <a:gd name="connsiteX1" fmla="*/ 2935851 w 6116569"/>
              <a:gd name="connsiteY1" fmla="*/ 0 h 6879321"/>
              <a:gd name="connsiteX2" fmla="*/ 3238280 w 6116569"/>
              <a:gd name="connsiteY2" fmla="*/ 31980 h 6879321"/>
              <a:gd name="connsiteX3" fmla="*/ 3660541 w 6116569"/>
              <a:gd name="connsiteY3" fmla="*/ 550772 h 6879321"/>
              <a:gd name="connsiteX4" fmla="*/ 3808902 w 6116569"/>
              <a:gd name="connsiteY4" fmla="*/ 589860 h 6879321"/>
              <a:gd name="connsiteX5" fmla="*/ 4413762 w 6116569"/>
              <a:gd name="connsiteY5" fmla="*/ 625393 h 6879321"/>
              <a:gd name="connsiteX6" fmla="*/ 4567830 w 6116569"/>
              <a:gd name="connsiteY6" fmla="*/ 721333 h 6879321"/>
              <a:gd name="connsiteX7" fmla="*/ 4171247 w 6116569"/>
              <a:gd name="connsiteY7" fmla="*/ 792401 h 6879321"/>
              <a:gd name="connsiteX8" fmla="*/ 4376671 w 6116569"/>
              <a:gd name="connsiteY8" fmla="*/ 842148 h 6879321"/>
              <a:gd name="connsiteX9" fmla="*/ 4527887 w 6116569"/>
              <a:gd name="connsiteY9" fmla="*/ 813722 h 6879321"/>
              <a:gd name="connsiteX10" fmla="*/ 4633452 w 6116569"/>
              <a:gd name="connsiteY10" fmla="*/ 799508 h 6879321"/>
              <a:gd name="connsiteX11" fmla="*/ 4947293 w 6116569"/>
              <a:gd name="connsiteY11" fmla="*/ 870576 h 6879321"/>
              <a:gd name="connsiteX12" fmla="*/ 5263988 w 6116569"/>
              <a:gd name="connsiteY12" fmla="*/ 820828 h 6879321"/>
              <a:gd name="connsiteX13" fmla="*/ 5249723 w 6116569"/>
              <a:gd name="connsiteY13" fmla="*/ 895449 h 6879321"/>
              <a:gd name="connsiteX14" fmla="*/ 4744723 w 6116569"/>
              <a:gd name="connsiteY14" fmla="*/ 1197485 h 6879321"/>
              <a:gd name="connsiteX15" fmla="*/ 4767548 w 6116569"/>
              <a:gd name="connsiteY15" fmla="*/ 1346727 h 6879321"/>
              <a:gd name="connsiteX16" fmla="*/ 4539299 w 6116569"/>
              <a:gd name="connsiteY16" fmla="*/ 1421348 h 6879321"/>
              <a:gd name="connsiteX17" fmla="*/ 4607773 w 6116569"/>
              <a:gd name="connsiteY17" fmla="*/ 1485309 h 6879321"/>
              <a:gd name="connsiteX18" fmla="*/ 4579242 w 6116569"/>
              <a:gd name="connsiteY18" fmla="*/ 1535055 h 6879321"/>
              <a:gd name="connsiteX19" fmla="*/ 5278255 w 6116569"/>
              <a:gd name="connsiteY19" fmla="*/ 1609676 h 6879321"/>
              <a:gd name="connsiteX20" fmla="*/ 5771843 w 6116569"/>
              <a:gd name="connsiteY20" fmla="*/ 1630997 h 6879321"/>
              <a:gd name="connsiteX21" fmla="*/ 6105656 w 6116569"/>
              <a:gd name="connsiteY21" fmla="*/ 1748257 h 6879321"/>
              <a:gd name="connsiteX22" fmla="*/ 5691955 w 6116569"/>
              <a:gd name="connsiteY22" fmla="*/ 2167555 h 6879321"/>
              <a:gd name="connsiteX23" fmla="*/ 5475118 w 6116569"/>
              <a:gd name="connsiteY23" fmla="*/ 2348776 h 6879321"/>
              <a:gd name="connsiteX24" fmla="*/ 5826051 w 6116569"/>
              <a:gd name="connsiteY24" fmla="*/ 2291922 h 6879321"/>
              <a:gd name="connsiteX25" fmla="*/ 5552153 w 6116569"/>
              <a:gd name="connsiteY25" fmla="*/ 2597513 h 6879321"/>
              <a:gd name="connsiteX26" fmla="*/ 5603508 w 6116569"/>
              <a:gd name="connsiteY26" fmla="*/ 2647260 h 6879321"/>
              <a:gd name="connsiteX27" fmla="*/ 5700515 w 6116569"/>
              <a:gd name="connsiteY27" fmla="*/ 2679240 h 6879321"/>
              <a:gd name="connsiteX28" fmla="*/ 5246870 w 6116569"/>
              <a:gd name="connsiteY28" fmla="*/ 2888889 h 6879321"/>
              <a:gd name="connsiteX29" fmla="*/ 4836022 w 6116569"/>
              <a:gd name="connsiteY29" fmla="*/ 3169605 h 6879321"/>
              <a:gd name="connsiteX30" fmla="*/ 4736163 w 6116569"/>
              <a:gd name="connsiteY30" fmla="*/ 3233565 h 6879321"/>
              <a:gd name="connsiteX31" fmla="*/ 4853141 w 6116569"/>
              <a:gd name="connsiteY31" fmla="*/ 3233565 h 6879321"/>
              <a:gd name="connsiteX32" fmla="*/ 4944440 w 6116569"/>
              <a:gd name="connsiteY32" fmla="*/ 3226459 h 6879321"/>
              <a:gd name="connsiteX33" fmla="*/ 5109921 w 6116569"/>
              <a:gd name="connsiteY33" fmla="*/ 3283313 h 6879321"/>
              <a:gd name="connsiteX34" fmla="*/ 5694809 w 6116569"/>
              <a:gd name="connsiteY34" fmla="*/ 3141178 h 6879321"/>
              <a:gd name="connsiteX35" fmla="*/ 5566419 w 6116569"/>
              <a:gd name="connsiteY35" fmla="*/ 3301079 h 6879321"/>
              <a:gd name="connsiteX36" fmla="*/ 5415203 w 6116569"/>
              <a:gd name="connsiteY36" fmla="*/ 3397020 h 6879321"/>
              <a:gd name="connsiteX37" fmla="*/ 5612068 w 6116569"/>
              <a:gd name="connsiteY37" fmla="*/ 3432554 h 6879321"/>
              <a:gd name="connsiteX38" fmla="*/ 5206927 w 6116569"/>
              <a:gd name="connsiteY38" fmla="*/ 3599562 h 6879321"/>
              <a:gd name="connsiteX39" fmla="*/ 5301079 w 6116569"/>
              <a:gd name="connsiteY39" fmla="*/ 3723930 h 6879321"/>
              <a:gd name="connsiteX40" fmla="*/ 4507915 w 6116569"/>
              <a:gd name="connsiteY40" fmla="*/ 4306683 h 6879321"/>
              <a:gd name="connsiteX41" fmla="*/ 3982942 w 6116569"/>
              <a:gd name="connsiteY41" fmla="*/ 4587399 h 6879321"/>
              <a:gd name="connsiteX42" fmla="*/ 4185513 w 6116569"/>
              <a:gd name="connsiteY42" fmla="*/ 4541205 h 6879321"/>
              <a:gd name="connsiteX43" fmla="*/ 5212633 w 6116569"/>
              <a:gd name="connsiteY43" fmla="*/ 4455924 h 6879321"/>
              <a:gd name="connsiteX44" fmla="*/ 5312492 w 6116569"/>
              <a:gd name="connsiteY44" fmla="*/ 4473691 h 6879321"/>
              <a:gd name="connsiteX45" fmla="*/ 4596361 w 6116569"/>
              <a:gd name="connsiteY45" fmla="*/ 4818368 h 6879321"/>
              <a:gd name="connsiteX46" fmla="*/ 4873113 w 6116569"/>
              <a:gd name="connsiteY46" fmla="*/ 4885882 h 6879321"/>
              <a:gd name="connsiteX47" fmla="*/ 4935881 w 6116569"/>
              <a:gd name="connsiteY47" fmla="*/ 4914309 h 6879321"/>
              <a:gd name="connsiteX48" fmla="*/ 4873113 w 6116569"/>
              <a:gd name="connsiteY48" fmla="*/ 5003143 h 6879321"/>
              <a:gd name="connsiteX49" fmla="*/ 4721898 w 6116569"/>
              <a:gd name="connsiteY49" fmla="*/ 5095530 h 6879321"/>
              <a:gd name="connsiteX50" fmla="*/ 5132745 w 6116569"/>
              <a:gd name="connsiteY50" fmla="*/ 4949842 h 6879321"/>
              <a:gd name="connsiteX51" fmla="*/ 5101362 w 6116569"/>
              <a:gd name="connsiteY51" fmla="*/ 5081317 h 6879321"/>
              <a:gd name="connsiteX52" fmla="*/ 5138452 w 6116569"/>
              <a:gd name="connsiteY52" fmla="*/ 5198578 h 6879321"/>
              <a:gd name="connsiteX53" fmla="*/ 4904497 w 6116569"/>
              <a:gd name="connsiteY53" fmla="*/ 5362033 h 6879321"/>
              <a:gd name="connsiteX54" fmla="*/ 4579242 w 6116569"/>
              <a:gd name="connsiteY54" fmla="*/ 5674729 h 6879321"/>
              <a:gd name="connsiteX55" fmla="*/ 4253988 w 6116569"/>
              <a:gd name="connsiteY55" fmla="*/ 5884379 h 6879321"/>
              <a:gd name="connsiteX56" fmla="*/ 3985795 w 6116569"/>
              <a:gd name="connsiteY56" fmla="*/ 6069153 h 6879321"/>
              <a:gd name="connsiteX57" fmla="*/ 4231163 w 6116569"/>
              <a:gd name="connsiteY57" fmla="*/ 6030066 h 6879321"/>
              <a:gd name="connsiteX58" fmla="*/ 3814609 w 6116569"/>
              <a:gd name="connsiteY58" fmla="*/ 6317889 h 6879321"/>
              <a:gd name="connsiteX59" fmla="*/ 3751840 w 6116569"/>
              <a:gd name="connsiteY59" fmla="*/ 6339209 h 6879321"/>
              <a:gd name="connsiteX60" fmla="*/ 3089919 w 6116569"/>
              <a:gd name="connsiteY60" fmla="*/ 6563071 h 6879321"/>
              <a:gd name="connsiteX61" fmla="*/ 2961529 w 6116569"/>
              <a:gd name="connsiteY61" fmla="*/ 6662566 h 6879321"/>
              <a:gd name="connsiteX62" fmla="*/ 3107038 w 6116569"/>
              <a:gd name="connsiteY62" fmla="*/ 6673226 h 6879321"/>
              <a:gd name="connsiteX63" fmla="*/ 3594919 w 6116569"/>
              <a:gd name="connsiteY63" fmla="*/ 6591499 h 6879321"/>
              <a:gd name="connsiteX64" fmla="*/ 3261106 w 6116569"/>
              <a:gd name="connsiteY64" fmla="*/ 6726527 h 6879321"/>
              <a:gd name="connsiteX65" fmla="*/ 3620597 w 6116569"/>
              <a:gd name="connsiteY65" fmla="*/ 6740740 h 6879321"/>
              <a:gd name="connsiteX66" fmla="*/ 3703337 w 6116569"/>
              <a:gd name="connsiteY66" fmla="*/ 6826020 h 6879321"/>
              <a:gd name="connsiteX67" fmla="*/ 3689072 w 6116569"/>
              <a:gd name="connsiteY67" fmla="*/ 6879321 h 6879321"/>
              <a:gd name="connsiteX68" fmla="*/ 0 w 6116569"/>
              <a:gd name="connsiteY68" fmla="*/ 6879321 h 6879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Graphic 6" descr="Portatile sicuro">
            <a:extLst>
              <a:ext uri="{FF2B5EF4-FFF2-40B4-BE49-F238E27FC236}">
                <a16:creationId xmlns:a16="http://schemas.microsoft.com/office/drawing/2014/main" id="{F42F71E1-86ED-98A0-7022-03557D4CF8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1134" y="1918107"/>
            <a:ext cx="3195204" cy="3195204"/>
          </a:xfrm>
          <a:prstGeom prst="rect">
            <a:avLst/>
          </a:prstGeom>
        </p:spPr>
      </p:pic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8EFB7DB5-8828-D0AE-F8F4-545A12E0D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400" y="2497257"/>
            <a:ext cx="5105398" cy="3679705"/>
          </a:xfrm>
        </p:spPr>
        <p:txBody>
          <a:bodyPr>
            <a:normAutofit/>
          </a:bodyPr>
          <a:lstStyle/>
          <a:p>
            <a:r>
              <a:rPr lang="en-US" sz="2000"/>
              <a:t>The "Seismic Agent" Python tool.</a:t>
            </a:r>
          </a:p>
          <a:p>
            <a:r>
              <a:rPr lang="en-US" sz="2000"/>
              <a:t>Integration with Obspy and global data centers.</a:t>
            </a:r>
          </a:p>
          <a:p>
            <a:r>
              <a:rPr lang="en-US" sz="2000"/>
              <a:t>The 5-Minute Lag Strategy.</a:t>
            </a:r>
          </a:p>
          <a:p>
            <a:r>
              <a:rPr lang="en-US" sz="2000"/>
              <a:t>Real-time data instability vs. archival stability.</a:t>
            </a:r>
          </a:p>
          <a:p>
            <a:r>
              <a:rPr lang="it-IT" sz="2000"/>
              <a:t>Testing on diverse tectonic environments.</a:t>
            </a:r>
          </a:p>
          <a:p>
            <a:r>
              <a:rPr lang="it-IT" sz="2000"/>
              <a:t>User-defined INGV station codes.</a:t>
            </a:r>
          </a:p>
          <a:p>
            <a:pPr marL="0" indent="0">
              <a:buNone/>
            </a:pP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359172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30" name="Rectangle 3129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2" name="Freeform: Shape 3131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14D428D-60A3-B311-82B3-B3878ED9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Results &amp; Performance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D76BAD-58FA-8976-A1D2-90049B335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1439" y="2008640"/>
            <a:ext cx="5486071" cy="3401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92FECCF5-61FC-D9F4-F5CE-86E3B7F4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156" y="2008641"/>
            <a:ext cx="5486068" cy="3401362"/>
          </a:xfrm>
          <a:prstGeom prst="rect">
            <a:avLst/>
          </a:prstGeom>
        </p:spPr>
      </p:pic>
      <p:sp>
        <p:nvSpPr>
          <p:cNvPr id="3134" name="Freeform: Shape 3133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63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C4D1DA-E309-C090-34FF-B3B24D686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30" name="Rectangle 3129">
            <a:extLst>
              <a:ext uri="{FF2B5EF4-FFF2-40B4-BE49-F238E27FC236}">
                <a16:creationId xmlns:a16="http://schemas.microsoft.com/office/drawing/2014/main" id="{20027D4C-CF6A-FB49-7D88-F672DE273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2" name="Freeform: Shape 3131">
            <a:extLst>
              <a:ext uri="{FF2B5EF4-FFF2-40B4-BE49-F238E27FC236}">
                <a16:creationId xmlns:a16="http://schemas.microsoft.com/office/drawing/2014/main" id="{8487EEA0-4173-9C10-77D6-6A6F433C8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E16B52F-E6AC-4064-2426-79F26C65F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Results &amp; Performance</a:t>
            </a:r>
          </a:p>
        </p:txBody>
      </p:sp>
      <p:sp>
        <p:nvSpPr>
          <p:cNvPr id="3134" name="Freeform: Shape 3133">
            <a:extLst>
              <a:ext uri="{FF2B5EF4-FFF2-40B4-BE49-F238E27FC236}">
                <a16:creationId xmlns:a16="http://schemas.microsoft.com/office/drawing/2014/main" id="{77C75823-C61F-BAFD-A9EA-5FDC678F9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AA4CC3C-2F15-FD6B-6BF9-69D614C0C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575" y="1909161"/>
            <a:ext cx="5380186" cy="446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7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8F8F7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292</Words>
  <Application>Microsoft Office PowerPoint</Application>
  <PresentationFormat>Widescreen</PresentationFormat>
  <Paragraphs>36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Tema di Office</vt:lpstr>
      <vt:lpstr>D.E.E.P. Detecting Earthquakes and Extracting Phases  </vt:lpstr>
      <vt:lpstr>The Why: Introduction &amp; Problem</vt:lpstr>
      <vt:lpstr>The Data</vt:lpstr>
      <vt:lpstr>The Engine</vt:lpstr>
      <vt:lpstr>The Seismic Agente (Live Application)</vt:lpstr>
      <vt:lpstr>Results &amp; Performance</vt:lpstr>
      <vt:lpstr>Results &amp; Performance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Alessandra Melchionna</dc:creator>
  <cp:lastModifiedBy>Alessandra Melchionna</cp:lastModifiedBy>
  <cp:revision>1</cp:revision>
  <dcterms:created xsi:type="dcterms:W3CDTF">2026-01-20T10:33:34Z</dcterms:created>
  <dcterms:modified xsi:type="dcterms:W3CDTF">2026-01-20T11:44:08Z</dcterms:modified>
</cp:coreProperties>
</file>