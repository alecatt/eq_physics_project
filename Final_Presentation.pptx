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2" r:id="rId6"/>
    <p:sldId id="261" r:id="rId7"/>
    <p:sldId id="260" r:id="rId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8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1151F0-191E-4917-945D-D8E75ED5B3A6}" v="75" dt="2026-01-22T10:08:42.7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3" autoAdjust="0"/>
    <p:restoredTop sz="94660"/>
  </p:normalViewPr>
  <p:slideViewPr>
    <p:cSldViewPr snapToGrid="0">
      <p:cViewPr>
        <p:scale>
          <a:sx n="100" d="100"/>
          <a:sy n="100" d="100"/>
        </p:scale>
        <p:origin x="36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ssandra Melchionna" userId="1db7747a2a82a1f6" providerId="LiveId" clId="{ABFC3D58-653C-48C0-A874-8AE583B1CBED}"/>
    <pc:docChg chg="undo custSel addSld delSld modSld sldOrd">
      <pc:chgData name="Alessandra Melchionna" userId="1db7747a2a82a1f6" providerId="LiveId" clId="{ABFC3D58-653C-48C0-A874-8AE583B1CBED}" dt="2026-01-22T10:09:32.964" v="416"/>
      <pc:docMkLst>
        <pc:docMk/>
      </pc:docMkLst>
      <pc:sldChg chg="modTransition addAnim delAnim modAnim">
        <pc:chgData name="Alessandra Melchionna" userId="1db7747a2a82a1f6" providerId="LiveId" clId="{ABFC3D58-653C-48C0-A874-8AE583B1CBED}" dt="2026-01-22T10:01:18.711" v="384"/>
        <pc:sldMkLst>
          <pc:docMk/>
          <pc:sldMk cId="1093832327" sldId="256"/>
        </pc:sldMkLst>
      </pc:sldChg>
      <pc:sldChg chg="addSp delSp modSp mod modTransition addAnim delAnim modAnim">
        <pc:chgData name="Alessandra Melchionna" userId="1db7747a2a82a1f6" providerId="LiveId" clId="{ABFC3D58-653C-48C0-A874-8AE583B1CBED}" dt="2026-01-22T10:09:32.964" v="416"/>
        <pc:sldMkLst>
          <pc:docMk/>
          <pc:sldMk cId="457058521" sldId="257"/>
        </pc:sldMkLst>
        <pc:spChg chg="mod">
          <ac:chgData name="Alessandra Melchionna" userId="1db7747a2a82a1f6" providerId="LiveId" clId="{ABFC3D58-653C-48C0-A874-8AE583B1CBED}" dt="2026-01-20T11:43:17.821" v="221" actId="26606"/>
          <ac:spMkLst>
            <pc:docMk/>
            <pc:sldMk cId="457058521" sldId="257"/>
            <ac:spMk id="2" creationId="{8E457793-4C9B-2424-579E-BA9F66263BA5}"/>
          </ac:spMkLst>
        </pc:spChg>
        <pc:spChg chg="mod">
          <ac:chgData name="Alessandra Melchionna" userId="1db7747a2a82a1f6" providerId="LiveId" clId="{ABFC3D58-653C-48C0-A874-8AE583B1CBED}" dt="2026-01-22T09:30:14.937" v="330" actId="27636"/>
          <ac:spMkLst>
            <pc:docMk/>
            <pc:sldMk cId="457058521" sldId="257"/>
            <ac:spMk id="3" creationId="{663898C4-4834-66C0-1617-B346B691C73B}"/>
          </ac:spMkLst>
        </pc:spChg>
        <pc:spChg chg="add">
          <ac:chgData name="Alessandra Melchionna" userId="1db7747a2a82a1f6" providerId="LiveId" clId="{ABFC3D58-653C-48C0-A874-8AE583B1CBED}" dt="2026-01-20T11:43:17.821" v="221" actId="26606"/>
          <ac:spMkLst>
            <pc:docMk/>
            <pc:sldMk cId="457058521" sldId="257"/>
            <ac:spMk id="54" creationId="{F821940F-7A1D-4ACC-85B4-A932898ABB37}"/>
          </ac:spMkLst>
        </pc:spChg>
        <pc:spChg chg="add">
          <ac:chgData name="Alessandra Melchionna" userId="1db7747a2a82a1f6" providerId="LiveId" clId="{ABFC3D58-653C-48C0-A874-8AE583B1CBED}" dt="2026-01-20T11:43:17.821" v="221" actId="26606"/>
          <ac:spMkLst>
            <pc:docMk/>
            <pc:sldMk cId="457058521" sldId="257"/>
            <ac:spMk id="56" creationId="{16674508-81D3-48CF-96BF-7FC60EAA572A}"/>
          </ac:spMkLst>
        </pc:spChg>
        <pc:picChg chg="add mod">
          <ac:chgData name="Alessandra Melchionna" userId="1db7747a2a82a1f6" providerId="LiveId" clId="{ABFC3D58-653C-48C0-A874-8AE583B1CBED}" dt="2026-01-20T11:43:17.821" v="221" actId="26606"/>
          <ac:picMkLst>
            <pc:docMk/>
            <pc:sldMk cId="457058521" sldId="257"/>
            <ac:picMk id="5" creationId="{8D2C01A3-557F-D832-46AC-6B95CBA44ECE}"/>
          </ac:picMkLst>
        </pc:picChg>
      </pc:sldChg>
      <pc:sldChg chg="modTransition addAnim delAnim modAnim">
        <pc:chgData name="Alessandra Melchionna" userId="1db7747a2a82a1f6" providerId="LiveId" clId="{ABFC3D58-653C-48C0-A874-8AE583B1CBED}" dt="2026-01-22T10:03:14.656" v="398"/>
        <pc:sldMkLst>
          <pc:docMk/>
          <pc:sldMk cId="3656361265" sldId="258"/>
        </pc:sldMkLst>
      </pc:sldChg>
      <pc:sldChg chg="modTransition addAnim delAnim modAnim">
        <pc:chgData name="Alessandra Melchionna" userId="1db7747a2a82a1f6" providerId="LiveId" clId="{ABFC3D58-653C-48C0-A874-8AE583B1CBED}" dt="2026-01-22T10:08:42.744" v="409"/>
        <pc:sldMkLst>
          <pc:docMk/>
          <pc:sldMk cId="584655284" sldId="259"/>
        </pc:sldMkLst>
      </pc:sldChg>
      <pc:sldChg chg="addSp delSp modSp mod modTransition addAnim delAnim modAnim">
        <pc:chgData name="Alessandra Melchionna" userId="1db7747a2a82a1f6" providerId="LiveId" clId="{ABFC3D58-653C-48C0-A874-8AE583B1CBED}" dt="2026-01-22T10:09:10.779" v="415"/>
        <pc:sldMkLst>
          <pc:docMk/>
          <pc:sldMk cId="3591729049" sldId="260"/>
        </pc:sldMkLst>
        <pc:spChg chg="mod">
          <ac:chgData name="Alessandra Melchionna" userId="1db7747a2a82a1f6" providerId="LiveId" clId="{ABFC3D58-653C-48C0-A874-8AE583B1CBED}" dt="2026-01-20T11:23:52.073" v="48" actId="26606"/>
          <ac:spMkLst>
            <pc:docMk/>
            <pc:sldMk cId="3591729049" sldId="260"/>
            <ac:spMk id="2" creationId="{033B2DD8-53D8-0536-3B12-F38D913E635A}"/>
          </ac:spMkLst>
        </pc:spChg>
        <pc:spChg chg="mod">
          <ac:chgData name="Alessandra Melchionna" userId="1db7747a2a82a1f6" providerId="LiveId" clId="{ABFC3D58-653C-48C0-A874-8AE583B1CBED}" dt="2026-01-20T11:23:52.073" v="48" actId="26606"/>
          <ac:spMkLst>
            <pc:docMk/>
            <pc:sldMk cId="3591729049" sldId="260"/>
            <ac:spMk id="8" creationId="{8EFB7DB5-8828-D0AE-F8F4-545A12E0D302}"/>
          </ac:spMkLst>
        </pc:spChg>
        <pc:spChg chg="add">
          <ac:chgData name="Alessandra Melchionna" userId="1db7747a2a82a1f6" providerId="LiveId" clId="{ABFC3D58-653C-48C0-A874-8AE583B1CBED}" dt="2026-01-20T11:23:52.073" v="48" actId="26606"/>
          <ac:spMkLst>
            <pc:docMk/>
            <pc:sldMk cId="3591729049" sldId="260"/>
            <ac:spMk id="26" creationId="{85F55C16-BC21-49EF-A4FF-C3155BB93BD3}"/>
          </ac:spMkLst>
        </pc:spChg>
        <pc:spChg chg="add">
          <ac:chgData name="Alessandra Melchionna" userId="1db7747a2a82a1f6" providerId="LiveId" clId="{ABFC3D58-653C-48C0-A874-8AE583B1CBED}" dt="2026-01-20T11:23:52.073" v="48" actId="26606"/>
          <ac:spMkLst>
            <pc:docMk/>
            <pc:sldMk cId="3591729049" sldId="260"/>
            <ac:spMk id="28" creationId="{0C5F069E-AFE6-4825-8945-46F2918A5019}"/>
          </ac:spMkLst>
        </pc:spChg>
        <pc:picChg chg="mod">
          <ac:chgData name="Alessandra Melchionna" userId="1db7747a2a82a1f6" providerId="LiveId" clId="{ABFC3D58-653C-48C0-A874-8AE583B1CBED}" dt="2026-01-20T11:23:52.073" v="48" actId="26606"/>
          <ac:picMkLst>
            <pc:docMk/>
            <pc:sldMk cId="3591729049" sldId="260"/>
            <ac:picMk id="7" creationId="{F42F71E1-86ED-98A0-7022-03557D4CF8C0}"/>
          </ac:picMkLst>
        </pc:picChg>
      </pc:sldChg>
      <pc:sldChg chg="addSp delSp modSp mod ord modTransition addAnim delAnim modAnim">
        <pc:chgData name="Alessandra Melchionna" userId="1db7747a2a82a1f6" providerId="LiveId" clId="{ABFC3D58-653C-48C0-A874-8AE583B1CBED}" dt="2026-01-22T10:09:01.353" v="414"/>
        <pc:sldMkLst>
          <pc:docMk/>
          <pc:sldMk cId="286163823" sldId="261"/>
        </pc:sldMkLst>
        <pc:spChg chg="mod">
          <ac:chgData name="Alessandra Melchionna" userId="1db7747a2a82a1f6" providerId="LiveId" clId="{ABFC3D58-653C-48C0-A874-8AE583B1CBED}" dt="2026-01-20T11:41:49.072" v="200" actId="26606"/>
          <ac:spMkLst>
            <pc:docMk/>
            <pc:sldMk cId="286163823" sldId="261"/>
            <ac:spMk id="2" creationId="{C14D428D-60A3-B311-82B3-B3878ED9B147}"/>
          </ac:spMkLst>
        </pc:spChg>
        <pc:spChg chg="add">
          <ac:chgData name="Alessandra Melchionna" userId="1db7747a2a82a1f6" providerId="LiveId" clId="{ABFC3D58-653C-48C0-A874-8AE583B1CBED}" dt="2026-01-20T11:42:35.842" v="212" actId="26606"/>
          <ac:spMkLst>
            <pc:docMk/>
            <pc:sldMk cId="286163823" sldId="261"/>
            <ac:spMk id="3130" creationId="{78BA5F19-D5E1-4ECC-BEC2-DF7AEDFD7C50}"/>
          </ac:spMkLst>
        </pc:spChg>
        <pc:spChg chg="add">
          <ac:chgData name="Alessandra Melchionna" userId="1db7747a2a82a1f6" providerId="LiveId" clId="{ABFC3D58-653C-48C0-A874-8AE583B1CBED}" dt="2026-01-20T11:42:35.842" v="212" actId="26606"/>
          <ac:spMkLst>
            <pc:docMk/>
            <pc:sldMk cId="286163823" sldId="261"/>
            <ac:spMk id="3132" creationId="{50CC88A9-A661-4C48-866E-8734E51140B1}"/>
          </ac:spMkLst>
        </pc:spChg>
        <pc:spChg chg="add">
          <ac:chgData name="Alessandra Melchionna" userId="1db7747a2a82a1f6" providerId="LiveId" clId="{ABFC3D58-653C-48C0-A874-8AE583B1CBED}" dt="2026-01-20T11:42:35.842" v="212" actId="26606"/>
          <ac:spMkLst>
            <pc:docMk/>
            <pc:sldMk cId="286163823" sldId="261"/>
            <ac:spMk id="3134" creationId="{CFDF195F-784B-4D00-8C92-6FC1B0499EA1}"/>
          </ac:spMkLst>
        </pc:spChg>
        <pc:picChg chg="add mod">
          <ac:chgData name="Alessandra Melchionna" userId="1db7747a2a82a1f6" providerId="LiveId" clId="{ABFC3D58-653C-48C0-A874-8AE583B1CBED}" dt="2026-01-20T11:42:43.835" v="214" actId="14100"/>
          <ac:picMkLst>
            <pc:docMk/>
            <pc:sldMk cId="286163823" sldId="261"/>
            <ac:picMk id="3" creationId="{92FECCF5-61FC-D9F4-F5CE-86E3B7F47020}"/>
          </ac:picMkLst>
        </pc:picChg>
        <pc:picChg chg="add mod">
          <ac:chgData name="Alessandra Melchionna" userId="1db7747a2a82a1f6" providerId="LiveId" clId="{ABFC3D58-653C-48C0-A874-8AE583B1CBED}" dt="2026-01-20T11:42:59.034" v="217" actId="14100"/>
          <ac:picMkLst>
            <pc:docMk/>
            <pc:sldMk cId="286163823" sldId="261"/>
            <ac:picMk id="1026" creationId="{16D76BAD-58FA-8976-A1D2-90049B33531F}"/>
          </ac:picMkLst>
        </pc:picChg>
      </pc:sldChg>
      <pc:sldChg chg="addSp delSp modSp add mod ord modTransition addAnim delAnim modAnim">
        <pc:chgData name="Alessandra Melchionna" userId="1db7747a2a82a1f6" providerId="LiveId" clId="{ABFC3D58-653C-48C0-A874-8AE583B1CBED}" dt="2026-01-22T10:08:47.898" v="410"/>
        <pc:sldMkLst>
          <pc:docMk/>
          <pc:sldMk cId="2830479844" sldId="262"/>
        </pc:sldMkLst>
        <pc:picChg chg="add mod">
          <ac:chgData name="Alessandra Melchionna" userId="1db7747a2a82a1f6" providerId="LiveId" clId="{ABFC3D58-653C-48C0-A874-8AE583B1CBED}" dt="2026-01-20T11:44:03.692" v="237" actId="1076"/>
          <ac:picMkLst>
            <pc:docMk/>
            <pc:sldMk cId="2830479844" sldId="262"/>
            <ac:picMk id="4" creationId="{EAA4CC3C-2F15-FD6B-6BF9-69D614C0CD7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EA317B-33A4-4E1D-9956-50E2D9FB70F4}" type="datetimeFigureOut">
              <a:rPr lang="it-IT" smtClean="0"/>
              <a:t>22/01/2026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A5C7D1-7F09-4EA0-8917-4D40D57A510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58820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A5C7D1-7F09-4EA0-8917-4D40D57A5108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384690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A5C7D1-7F09-4EA0-8917-4D40D57A5108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775819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8244D29-970C-9435-5735-24D8B6282B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E868D031-F5DF-B68F-4AB7-5FE4AB0C32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F85DF91-1DC2-90D6-C8E2-2026303BF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353DA-8F0F-424D-8839-5558FDBD7918}" type="datetimeFigureOut">
              <a:rPr lang="it-IT" smtClean="0"/>
              <a:t>22/01/2026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1B68188-49D0-0F83-EC6B-A58DC4E8B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3DD67D9-28DF-4584-93EA-D42D2E6F0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58116-2A70-46B5-853A-50BFB4C84FF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89149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DDF5A53-17D0-EBD3-41D3-D16D33040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160A5B4-B4DF-E170-1A25-6A2789F30E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1B7A8DC-0416-D09A-DDA6-CA22C536B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353DA-8F0F-424D-8839-5558FDBD7918}" type="datetimeFigureOut">
              <a:rPr lang="it-IT" smtClean="0"/>
              <a:t>22/01/2026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CF328C1-8DC6-EB51-A58D-0285F7230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4170D87-B358-8AAF-485F-91784FC1D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58116-2A70-46B5-853A-50BFB4C84FF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9936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75000DA-106A-CC5B-85A4-68DBA492B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6C86901-E88F-874C-9F98-0982E502F1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1AF49FC-336D-4780-F271-A80F42B5A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353DA-8F0F-424D-8839-5558FDBD7918}" type="datetimeFigureOut">
              <a:rPr lang="it-IT" smtClean="0"/>
              <a:t>22/01/2026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26FC403-B9C9-2A2E-36C2-E9607D445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FDE9700-736D-A06E-B732-468FF302D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58116-2A70-46B5-853A-50BFB4C84FF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73626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23AE223-A247-9C1D-15D3-C86D39A9F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42C89CC-EE20-220E-7A90-DA473C3285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DFE07D4-CB0C-10F9-ADBD-C56AB134E5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23D885E-141D-EEA2-90DC-A9B257EF2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353DA-8F0F-424D-8839-5558FDBD7918}" type="datetimeFigureOut">
              <a:rPr lang="it-IT" smtClean="0"/>
              <a:t>22/01/2026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57B08D7-DB7F-AFCA-F1A6-009803347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A04985C-649D-7BD1-D6AB-91F80CF1C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58116-2A70-46B5-853A-50BFB4C84FF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49259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19634ED-ADCB-754C-3D0A-60801BD21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A7579EB-5D30-AA01-B7FE-7DBBF19747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BE04176-ED5A-6DCE-3863-7E85C4E012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ABA55676-C99A-03F2-AFF2-91ACB8B70A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B44603F2-0AAD-8947-0872-F1F933F7BC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29A8765B-50DB-3ED5-2F4C-78D062A6B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353DA-8F0F-424D-8839-5558FDBD7918}" type="datetimeFigureOut">
              <a:rPr lang="it-IT" smtClean="0"/>
              <a:t>22/01/2026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5F38FF25-110C-595D-9BDF-358F17E89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30AE5C72-93EE-2729-9C03-82159A459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58116-2A70-46B5-853A-50BFB4C84FF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32074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E2DE222-ED41-55E0-9908-D0E964CE2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59878538-E616-05DE-D28F-C5B765FC1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353DA-8F0F-424D-8839-5558FDBD7918}" type="datetimeFigureOut">
              <a:rPr lang="it-IT" smtClean="0"/>
              <a:t>22/01/2026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70FD7D7-165B-1EB7-5881-A793982C8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240DF96F-8B12-A5B2-C1BA-FE3C44A1A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58116-2A70-46B5-853A-50BFB4C84FF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10599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DC7EBC48-0E1E-92A1-6714-D671ECBCC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353DA-8F0F-424D-8839-5558FDBD7918}" type="datetimeFigureOut">
              <a:rPr lang="it-IT" smtClean="0"/>
              <a:t>22/01/2026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ED3FF661-45C9-9F49-86E6-A2D69B3A8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A5C9E01-0228-E664-84B4-8F12E93C8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58116-2A70-46B5-853A-50BFB4C84FF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3995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9029C96-E69A-AA62-7665-E840A7F71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D4ED965-FC5E-F816-6374-4B6A66E1E2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F17D7E2A-456E-2973-A81F-3F09FECB9C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19508CC-C5E9-EE68-400A-3C3B7379A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353DA-8F0F-424D-8839-5558FDBD7918}" type="datetimeFigureOut">
              <a:rPr lang="it-IT" smtClean="0"/>
              <a:t>22/01/2026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A23FE3E-1C11-77B9-319C-D510A5F39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2F49A38-57D4-C904-B3EE-EA6D9F69C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58116-2A70-46B5-853A-50BFB4C84FF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35368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87B3C83-0030-FEB3-9FCF-BFC9E4D4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E3290898-F40D-1122-90F2-4D45F93EC0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EE49F3D8-B77E-2A77-8A22-3C49C2ADA4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042CE98-5571-0255-A68E-77B8688BA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353DA-8F0F-424D-8839-5558FDBD7918}" type="datetimeFigureOut">
              <a:rPr lang="it-IT" smtClean="0"/>
              <a:t>22/01/2026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04FC290-DEFE-97AD-7C2C-9909B245D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950DE54-E518-D81A-5D57-2C27ADED9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58116-2A70-46B5-853A-50BFB4C84FF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6210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10FE254-A3F4-ED9B-BA8C-81E50B0BF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C8740E8-F427-48AC-0A76-13A3A1319A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59D43FD-CAE6-2FEC-83E6-A01582C4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353DA-8F0F-424D-8839-5558FDBD7918}" type="datetimeFigureOut">
              <a:rPr lang="it-IT" smtClean="0"/>
              <a:t>22/01/2026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7CF5C9E-432F-4ECF-5846-2481C1957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47B3874-8CEE-ECAA-E445-ED6BA56B6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58116-2A70-46B5-853A-50BFB4C84FF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53114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C1F57E2E-A83E-3FDC-4F3A-CB039DA3A6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A709B6D-E660-BF4F-91E5-C767A03021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374A47A-BBB1-DA70-07DF-B341C7FFF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353DA-8F0F-424D-8839-5558FDBD7918}" type="datetimeFigureOut">
              <a:rPr lang="it-IT" smtClean="0"/>
              <a:t>22/01/2026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0D7221C-1C70-7261-819A-B0A7DD004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4AE29D1-E298-0606-2310-4CA12BD43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58116-2A70-46B5-853A-50BFB4C84FF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78677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4A5A6351-C794-170A-BC87-7625087FA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1D82489-185E-C49C-D123-9A07AE4327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BF8DA97-F104-E52B-9D9C-05A3B572D6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D353DA-8F0F-424D-8839-5558FDBD7918}" type="datetimeFigureOut">
              <a:rPr lang="it-IT" smtClean="0"/>
              <a:t>22/01/2026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32666E9-DA22-DF2A-613B-7C91515D9E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6D2DD93-2365-763A-6536-49BB34CB46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358116-2A70-46B5-853A-50BFB4C84FF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91718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Rectangle 1035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Plate Tectonics">
            <a:extLst>
              <a:ext uri="{FF2B5EF4-FFF2-40B4-BE49-F238E27FC236}">
                <a16:creationId xmlns:a16="http://schemas.microsoft.com/office/drawing/2014/main" id="{F26A72A2-8CC0-B8B5-AC48-D41CEA8BEE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67"/>
          <a:stretch>
            <a:fillRect/>
          </a:stretch>
        </p:blipFill>
        <p:spPr bwMode="auto">
          <a:xfrm>
            <a:off x="20" y="1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7E2FC837-AE83-2651-1578-20EABC7DB8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it-IT" sz="5100" dirty="0">
                <a:solidFill>
                  <a:srgbClr val="FFFFFF"/>
                </a:solidFill>
              </a:rPr>
              <a:t>D.E.E.P.</a:t>
            </a:r>
            <a:br>
              <a:rPr lang="it-IT" sz="5100" dirty="0">
                <a:solidFill>
                  <a:srgbClr val="FFFFFF"/>
                </a:solidFill>
              </a:rPr>
            </a:br>
            <a:r>
              <a:rPr lang="en-US" sz="5100" dirty="0">
                <a:solidFill>
                  <a:srgbClr val="FFFFFF"/>
                </a:solidFill>
              </a:rPr>
              <a:t>Detecting Earthquakes and Extracting Phases </a:t>
            </a:r>
            <a:br>
              <a:rPr lang="en-US" sz="5100" dirty="0">
                <a:solidFill>
                  <a:srgbClr val="FFFFFF"/>
                </a:solidFill>
              </a:rPr>
            </a:br>
            <a:endParaRPr lang="it-IT" sz="5100" dirty="0">
              <a:solidFill>
                <a:srgbClr val="FFFFFF"/>
              </a:solidFill>
            </a:endParaRP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77E7824A-502F-3434-D870-14D5717299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FFFFFF"/>
                </a:solidFill>
              </a:rPr>
              <a:t>Unified Deep Learning for Simultaneous Seismic Event Detection and Phase Picking.</a:t>
            </a:r>
          </a:p>
          <a:p>
            <a:r>
              <a:rPr lang="en-US" sz="2000" dirty="0">
                <a:solidFill>
                  <a:srgbClr val="FFFFFF"/>
                </a:solidFill>
              </a:rPr>
              <a:t>by Cattaneo Alessandro &amp; Melchionna Alessandra</a:t>
            </a:r>
            <a:endParaRPr lang="it-IT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38323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E457793-4C9B-2424-579E-BA9F66263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600"/>
            <a:ext cx="4784796" cy="1330840"/>
          </a:xfrm>
        </p:spPr>
        <p:txBody>
          <a:bodyPr>
            <a:normAutofit/>
          </a:bodyPr>
          <a:lstStyle/>
          <a:p>
            <a:r>
              <a:rPr lang="it-IT" sz="3700" dirty="0"/>
              <a:t>The </a:t>
            </a:r>
            <a:r>
              <a:rPr lang="it-IT" sz="3700" dirty="0" err="1"/>
              <a:t>Why</a:t>
            </a:r>
            <a:r>
              <a:rPr lang="it-IT" sz="3700" dirty="0"/>
              <a:t>: </a:t>
            </a:r>
            <a:r>
              <a:rPr lang="it-IT" sz="3700" dirty="0" err="1"/>
              <a:t>Introduction</a:t>
            </a:r>
            <a:r>
              <a:rPr lang="it-IT" sz="3700" dirty="0"/>
              <a:t> &amp; </a:t>
            </a:r>
            <a:r>
              <a:rPr lang="it-IT" sz="3700" dirty="0" err="1"/>
              <a:t>Problem</a:t>
            </a:r>
            <a:endParaRPr lang="it-IT" sz="37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63898C4-4834-66C0-1617-B346B691C7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644" y="2194102"/>
            <a:ext cx="5414356" cy="472208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sz="1700" dirty="0"/>
          </a:p>
          <a:p>
            <a:r>
              <a:rPr lang="en-US" sz="1700" dirty="0"/>
              <a:t>Daily Volume: Terabytes of raw continuous data.</a:t>
            </a:r>
          </a:p>
          <a:p>
            <a:r>
              <a:rPr lang="en-US" sz="1700" dirty="0"/>
              <a:t>The Bottleneck: Manual analysis is unscalable and subjective.</a:t>
            </a:r>
          </a:p>
          <a:p>
            <a:r>
              <a:rPr lang="en-US" sz="1700" dirty="0"/>
              <a:t>STA/LTA (Short-Term Average / Long-Term Average) triggers.</a:t>
            </a:r>
          </a:p>
          <a:p>
            <a:r>
              <a:rPr lang="en-US" sz="1700" dirty="0"/>
              <a:t>Sensitivity to anthropogenic noise (traffic, industry).</a:t>
            </a:r>
          </a:p>
          <a:p>
            <a:r>
              <a:rPr lang="en-US" sz="1700" dirty="0"/>
              <a:t>Failure on micro-earthquakes (low SNR).</a:t>
            </a:r>
          </a:p>
          <a:p>
            <a:r>
              <a:rPr lang="en-US" sz="1700" dirty="0"/>
              <a:t>Unified Tasking: One model for Detection + Picking.</a:t>
            </a:r>
          </a:p>
          <a:p>
            <a:r>
              <a:rPr lang="en-US" sz="1700" dirty="0"/>
              <a:t>High Temporal Resolution: Precision within milliseconds.</a:t>
            </a:r>
          </a:p>
          <a:p>
            <a:r>
              <a:rPr lang="en-US" sz="1700" dirty="0"/>
              <a:t>Probabilistic Output: Predicting likelihood, not just a single point.</a:t>
            </a:r>
            <a:br>
              <a:rPr lang="en-US" sz="1700" dirty="0"/>
            </a:br>
            <a:br>
              <a:rPr lang="en-US" sz="1000" dirty="0"/>
            </a:br>
            <a:br>
              <a:rPr lang="en-US" sz="1000" dirty="0"/>
            </a:br>
            <a:br>
              <a:rPr lang="en-US" sz="1000" dirty="0"/>
            </a:br>
            <a:br>
              <a:rPr lang="en-US" sz="1000" dirty="0"/>
            </a:br>
            <a:br>
              <a:rPr lang="en-US" sz="1000" dirty="0"/>
            </a:br>
            <a:br>
              <a:rPr lang="en-US" sz="1000" dirty="0"/>
            </a:br>
            <a:br>
              <a:rPr lang="en-US" sz="1000" dirty="0"/>
            </a:br>
            <a:br>
              <a:rPr lang="en-US" sz="1000" dirty="0"/>
            </a:br>
            <a:endParaRPr lang="en-US" sz="1000" dirty="0"/>
          </a:p>
          <a:p>
            <a:endParaRPr lang="it-IT" sz="100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8D2C01A3-557F-D832-46AC-6B95CBA44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610" y="2267539"/>
            <a:ext cx="4737650" cy="2345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05852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75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25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0">
            <a:extLst>
              <a:ext uri="{FF2B5EF4-FFF2-40B4-BE49-F238E27FC236}">
                <a16:creationId xmlns:a16="http://schemas.microsoft.com/office/drawing/2014/main" id="{21AC6A30-4F22-4C0F-B278-19C5B8A80C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2">
            <a:extLst>
              <a:ext uri="{FF2B5EF4-FFF2-40B4-BE49-F238E27FC236}">
                <a16:creationId xmlns:a16="http://schemas.microsoft.com/office/drawing/2014/main" id="{BB4335AD-65B1-44E4-90AF-264024FE4B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0"/>
            <a:ext cx="12191999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921DF38-0805-FC22-D045-33E35E533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0366" y="609600"/>
            <a:ext cx="4267200" cy="1351472"/>
          </a:xfrm>
        </p:spPr>
        <p:txBody>
          <a:bodyPr>
            <a:normAutofit/>
          </a:bodyPr>
          <a:lstStyle/>
          <a:p>
            <a:pPr algn="ctr"/>
            <a:r>
              <a:rPr lang="it-IT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Data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17FABBBD-D718-EE3E-9E66-78BC462066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434" r="19258" b="2"/>
          <a:stretch>
            <a:fillRect/>
          </a:stretch>
        </p:blipFill>
        <p:spPr>
          <a:xfrm>
            <a:off x="23034" y="-1"/>
            <a:ext cx="3695699" cy="6858001"/>
          </a:xfrm>
          <a:custGeom>
            <a:avLst/>
            <a:gdLst/>
            <a:ahLst/>
            <a:cxnLst/>
            <a:rect l="l" t="t" r="r" b="b"/>
            <a:pathLst>
              <a:path w="3695699" h="6858001">
                <a:moveTo>
                  <a:pt x="0" y="0"/>
                </a:moveTo>
                <a:lnTo>
                  <a:pt x="3435129" y="0"/>
                </a:lnTo>
                <a:lnTo>
                  <a:pt x="3430599" y="17349"/>
                </a:lnTo>
                <a:cubicBezTo>
                  <a:pt x="3437542" y="19835"/>
                  <a:pt x="3423757" y="30822"/>
                  <a:pt x="3427683" y="38871"/>
                </a:cubicBezTo>
                <a:cubicBezTo>
                  <a:pt x="3431230" y="44698"/>
                  <a:pt x="3427877" y="49388"/>
                  <a:pt x="3427096" y="55116"/>
                </a:cubicBezTo>
                <a:cubicBezTo>
                  <a:pt x="3429620" y="62945"/>
                  <a:pt x="3421946" y="87211"/>
                  <a:pt x="3417356" y="93331"/>
                </a:cubicBezTo>
                <a:cubicBezTo>
                  <a:pt x="3401974" y="107607"/>
                  <a:pt x="3409629" y="143436"/>
                  <a:pt x="3397765" y="155370"/>
                </a:cubicBezTo>
                <a:cubicBezTo>
                  <a:pt x="3395800" y="159886"/>
                  <a:pt x="3394789" y="164378"/>
                  <a:pt x="3394373" y="168831"/>
                </a:cubicBezTo>
                <a:lnTo>
                  <a:pt x="3394553" y="181402"/>
                </a:lnTo>
                <a:lnTo>
                  <a:pt x="3397293" y="185192"/>
                </a:lnTo>
                <a:lnTo>
                  <a:pt x="3395923" y="192756"/>
                </a:lnTo>
                <a:cubicBezTo>
                  <a:pt x="3396018" y="193497"/>
                  <a:pt x="3396112" y="194237"/>
                  <a:pt x="3396207" y="194978"/>
                </a:cubicBezTo>
                <a:cubicBezTo>
                  <a:pt x="3396531" y="199154"/>
                  <a:pt x="3396856" y="203330"/>
                  <a:pt x="3397180" y="207506"/>
                </a:cubicBezTo>
                <a:cubicBezTo>
                  <a:pt x="3382438" y="200939"/>
                  <a:pt x="3394549" y="241317"/>
                  <a:pt x="3383191" y="229051"/>
                </a:cubicBezTo>
                <a:cubicBezTo>
                  <a:pt x="3382519" y="234401"/>
                  <a:pt x="3381383" y="237332"/>
                  <a:pt x="3380194" y="239137"/>
                </a:cubicBezTo>
                <a:lnTo>
                  <a:pt x="3349267" y="310262"/>
                </a:lnTo>
                <a:lnTo>
                  <a:pt x="3344455" y="381704"/>
                </a:lnTo>
                <a:cubicBezTo>
                  <a:pt x="3343420" y="464598"/>
                  <a:pt x="3338482" y="511985"/>
                  <a:pt x="3327551" y="571873"/>
                </a:cubicBezTo>
                <a:cubicBezTo>
                  <a:pt x="3316620" y="631761"/>
                  <a:pt x="3309762" y="702429"/>
                  <a:pt x="3278869" y="741030"/>
                </a:cubicBezTo>
                <a:lnTo>
                  <a:pt x="3239259" y="957888"/>
                </a:lnTo>
                <a:cubicBezTo>
                  <a:pt x="3267597" y="1021376"/>
                  <a:pt x="3235647" y="1004478"/>
                  <a:pt x="3243890" y="1047869"/>
                </a:cubicBezTo>
                <a:cubicBezTo>
                  <a:pt x="3245988" y="1077107"/>
                  <a:pt x="3228006" y="1101189"/>
                  <a:pt x="3221700" y="1118244"/>
                </a:cubicBezTo>
                <a:cubicBezTo>
                  <a:pt x="3220198" y="1120922"/>
                  <a:pt x="3213346" y="1188569"/>
                  <a:pt x="3211078" y="1190394"/>
                </a:cubicBezTo>
                <a:cubicBezTo>
                  <a:pt x="3204899" y="1218939"/>
                  <a:pt x="3210276" y="1253036"/>
                  <a:pt x="3199704" y="1304585"/>
                </a:cubicBezTo>
                <a:cubicBezTo>
                  <a:pt x="3199438" y="1346246"/>
                  <a:pt x="3168623" y="1413431"/>
                  <a:pt x="3167741" y="1449444"/>
                </a:cubicBezTo>
                <a:cubicBezTo>
                  <a:pt x="3180911" y="1471132"/>
                  <a:pt x="3193362" y="1499173"/>
                  <a:pt x="3194410" y="1520667"/>
                </a:cubicBezTo>
                <a:cubicBezTo>
                  <a:pt x="3181228" y="1513763"/>
                  <a:pt x="3199978" y="1547097"/>
                  <a:pt x="3184473" y="1547038"/>
                </a:cubicBezTo>
                <a:cubicBezTo>
                  <a:pt x="3185153" y="1550949"/>
                  <a:pt x="3186303" y="1554741"/>
                  <a:pt x="3187573" y="1558550"/>
                </a:cubicBezTo>
                <a:lnTo>
                  <a:pt x="3188231" y="1560544"/>
                </a:lnTo>
                <a:lnTo>
                  <a:pt x="3188195" y="1568317"/>
                </a:lnTo>
                <a:lnTo>
                  <a:pt x="3191518" y="1570772"/>
                </a:lnTo>
                <a:lnTo>
                  <a:pt x="3193853" y="1582659"/>
                </a:lnTo>
                <a:cubicBezTo>
                  <a:pt x="3194213" y="1587070"/>
                  <a:pt x="3193997" y="1591769"/>
                  <a:pt x="3192857" y="1596890"/>
                </a:cubicBezTo>
                <a:cubicBezTo>
                  <a:pt x="3185716" y="1609144"/>
                  <a:pt x="3191593" y="1629575"/>
                  <a:pt x="3189686" y="1647479"/>
                </a:cubicBezTo>
                <a:lnTo>
                  <a:pt x="3187125" y="1655568"/>
                </a:lnTo>
                <a:cubicBezTo>
                  <a:pt x="3187259" y="1659315"/>
                  <a:pt x="3192418" y="1733399"/>
                  <a:pt x="3192552" y="1737146"/>
                </a:cubicBezTo>
                <a:cubicBezTo>
                  <a:pt x="3236684" y="1834597"/>
                  <a:pt x="3210475" y="1851660"/>
                  <a:pt x="3219437" y="1908917"/>
                </a:cubicBezTo>
                <a:lnTo>
                  <a:pt x="3220572" y="1915235"/>
                </a:lnTo>
                <a:cubicBezTo>
                  <a:pt x="3225642" y="1919319"/>
                  <a:pt x="3228448" y="1945519"/>
                  <a:pt x="3226946" y="1954447"/>
                </a:cubicBezTo>
                <a:cubicBezTo>
                  <a:pt x="3219553" y="1979351"/>
                  <a:pt x="3239504" y="2001442"/>
                  <a:pt x="3234148" y="2021397"/>
                </a:cubicBezTo>
                <a:cubicBezTo>
                  <a:pt x="3234224" y="2026740"/>
                  <a:pt x="3235084" y="2031233"/>
                  <a:pt x="3236424" y="2035173"/>
                </a:cubicBezTo>
                <a:lnTo>
                  <a:pt x="3241339" y="2045116"/>
                </a:lnTo>
                <a:lnTo>
                  <a:pt x="3233470" y="2098623"/>
                </a:lnTo>
                <a:cubicBezTo>
                  <a:pt x="3230495" y="2129687"/>
                  <a:pt x="3232618" y="2188321"/>
                  <a:pt x="3230016" y="2240964"/>
                </a:cubicBezTo>
                <a:cubicBezTo>
                  <a:pt x="3226602" y="2283982"/>
                  <a:pt x="3232644" y="2342030"/>
                  <a:pt x="3237809" y="2379644"/>
                </a:cubicBezTo>
                <a:cubicBezTo>
                  <a:pt x="3244462" y="2409884"/>
                  <a:pt x="3221747" y="2435219"/>
                  <a:pt x="3237054" y="2459103"/>
                </a:cubicBezTo>
                <a:cubicBezTo>
                  <a:pt x="3245536" y="2488997"/>
                  <a:pt x="3251426" y="2510390"/>
                  <a:pt x="3255285" y="2538679"/>
                </a:cubicBezTo>
                <a:cubicBezTo>
                  <a:pt x="3258296" y="2574322"/>
                  <a:pt x="3245460" y="2589819"/>
                  <a:pt x="3245073" y="2622720"/>
                </a:cubicBezTo>
                <a:lnTo>
                  <a:pt x="3252960" y="2736087"/>
                </a:lnTo>
                <a:cubicBezTo>
                  <a:pt x="3245577" y="2772183"/>
                  <a:pt x="3230063" y="2856752"/>
                  <a:pt x="3218681" y="2902964"/>
                </a:cubicBezTo>
                <a:cubicBezTo>
                  <a:pt x="3212624" y="2927969"/>
                  <a:pt x="3209733" y="2973979"/>
                  <a:pt x="3203641" y="3008786"/>
                </a:cubicBezTo>
                <a:cubicBezTo>
                  <a:pt x="3197547" y="3043595"/>
                  <a:pt x="3186644" y="3093251"/>
                  <a:pt x="3182123" y="3111815"/>
                </a:cubicBezTo>
                <a:lnTo>
                  <a:pt x="3176517" y="3120169"/>
                </a:lnTo>
                <a:lnTo>
                  <a:pt x="3177035" y="3121646"/>
                </a:lnTo>
                <a:cubicBezTo>
                  <a:pt x="3177423" y="3127588"/>
                  <a:pt x="3176129" y="3130763"/>
                  <a:pt x="3174093" y="3132705"/>
                </a:cubicBezTo>
                <a:lnTo>
                  <a:pt x="3171045" y="3134220"/>
                </a:lnTo>
                <a:lnTo>
                  <a:pt x="3168274" y="3141524"/>
                </a:lnTo>
                <a:lnTo>
                  <a:pt x="3160781" y="3155149"/>
                </a:lnTo>
                <a:cubicBezTo>
                  <a:pt x="3160949" y="3156237"/>
                  <a:pt x="3161116" y="3157326"/>
                  <a:pt x="3161284" y="3158414"/>
                </a:cubicBezTo>
                <a:lnTo>
                  <a:pt x="3152950" y="3180080"/>
                </a:lnTo>
                <a:lnTo>
                  <a:pt x="3153739" y="3180719"/>
                </a:lnTo>
                <a:cubicBezTo>
                  <a:pt x="3155321" y="3182647"/>
                  <a:pt x="3156128" y="3184999"/>
                  <a:pt x="3155342" y="3188313"/>
                </a:cubicBezTo>
                <a:cubicBezTo>
                  <a:pt x="3169797" y="3188216"/>
                  <a:pt x="3159934" y="3192271"/>
                  <a:pt x="3156340" y="3202049"/>
                </a:cubicBezTo>
                <a:cubicBezTo>
                  <a:pt x="3177988" y="3204083"/>
                  <a:pt x="3159779" y="3228842"/>
                  <a:pt x="3169832" y="3237938"/>
                </a:cubicBezTo>
                <a:cubicBezTo>
                  <a:pt x="3166705" y="3245075"/>
                  <a:pt x="3163793" y="3252659"/>
                  <a:pt x="3161244" y="3260564"/>
                </a:cubicBezTo>
                <a:lnTo>
                  <a:pt x="3160005" y="3265314"/>
                </a:lnTo>
                <a:cubicBezTo>
                  <a:pt x="3160063" y="3265371"/>
                  <a:pt x="3160124" y="3265428"/>
                  <a:pt x="3160184" y="3265486"/>
                </a:cubicBezTo>
                <a:cubicBezTo>
                  <a:pt x="3160345" y="3266694"/>
                  <a:pt x="3160101" y="3268319"/>
                  <a:pt x="3159279" y="3270659"/>
                </a:cubicBezTo>
                <a:lnTo>
                  <a:pt x="3157747" y="3273971"/>
                </a:lnTo>
                <a:lnTo>
                  <a:pt x="3155343" y="3283185"/>
                </a:lnTo>
                <a:cubicBezTo>
                  <a:pt x="3155517" y="3284422"/>
                  <a:pt x="3155689" y="3285657"/>
                  <a:pt x="3155860" y="3286893"/>
                </a:cubicBezTo>
                <a:lnTo>
                  <a:pt x="3158001" y="3289146"/>
                </a:lnTo>
                <a:lnTo>
                  <a:pt x="3157508" y="3289877"/>
                </a:lnTo>
                <a:cubicBezTo>
                  <a:pt x="3151604" y="3294411"/>
                  <a:pt x="3144966" y="3293561"/>
                  <a:pt x="3159853" y="3309833"/>
                </a:cubicBezTo>
                <a:cubicBezTo>
                  <a:pt x="3149181" y="3321561"/>
                  <a:pt x="3158789" y="3329345"/>
                  <a:pt x="3157392" y="3351579"/>
                </a:cubicBezTo>
                <a:cubicBezTo>
                  <a:pt x="3148710" y="3357083"/>
                  <a:pt x="3149361" y="3365079"/>
                  <a:pt x="3152871" y="3374240"/>
                </a:cubicBezTo>
                <a:cubicBezTo>
                  <a:pt x="3148885" y="3383513"/>
                  <a:pt x="3145239" y="3392740"/>
                  <a:pt x="3142119" y="3402557"/>
                </a:cubicBezTo>
                <a:lnTo>
                  <a:pt x="3138061" y="3419585"/>
                </a:lnTo>
                <a:lnTo>
                  <a:pt x="3139796" y="3424940"/>
                </a:lnTo>
                <a:cubicBezTo>
                  <a:pt x="3142520" y="3434326"/>
                  <a:pt x="3143300" y="3443700"/>
                  <a:pt x="3137669" y="3463264"/>
                </a:cubicBezTo>
                <a:cubicBezTo>
                  <a:pt x="3147380" y="3480689"/>
                  <a:pt x="3167781" y="3490510"/>
                  <a:pt x="3168140" y="3518969"/>
                </a:cubicBezTo>
                <a:cubicBezTo>
                  <a:pt x="3159473" y="3545761"/>
                  <a:pt x="3191152" y="3574399"/>
                  <a:pt x="3179206" y="3607864"/>
                </a:cubicBezTo>
                <a:cubicBezTo>
                  <a:pt x="3176757" y="3619813"/>
                  <a:pt x="3181069" y="3654600"/>
                  <a:pt x="3189125" y="3659839"/>
                </a:cubicBezTo>
                <a:cubicBezTo>
                  <a:pt x="3191518" y="3666815"/>
                  <a:pt x="3189857" y="3675779"/>
                  <a:pt x="3198077" y="3677681"/>
                </a:cubicBezTo>
                <a:cubicBezTo>
                  <a:pt x="3208136" y="3681475"/>
                  <a:pt x="3196345" y="3709561"/>
                  <a:pt x="3207094" y="3703876"/>
                </a:cubicBezTo>
                <a:cubicBezTo>
                  <a:pt x="3199084" y="3723751"/>
                  <a:pt x="3220453" y="3734396"/>
                  <a:pt x="3227016" y="3748633"/>
                </a:cubicBezTo>
                <a:cubicBezTo>
                  <a:pt x="3218663" y="3764666"/>
                  <a:pt x="3240667" y="3778725"/>
                  <a:pt x="3246806" y="3811324"/>
                </a:cubicBezTo>
                <a:cubicBezTo>
                  <a:pt x="3237058" y="3829063"/>
                  <a:pt x="3251097" y="3833247"/>
                  <a:pt x="3239091" y="3865102"/>
                </a:cubicBezTo>
                <a:cubicBezTo>
                  <a:pt x="3240755" y="3865725"/>
                  <a:pt x="3242340" y="3866659"/>
                  <a:pt x="3243800" y="3867874"/>
                </a:cubicBezTo>
                <a:cubicBezTo>
                  <a:pt x="3252276" y="3874935"/>
                  <a:pt x="3254724" y="3889782"/>
                  <a:pt x="3249268" y="3901031"/>
                </a:cubicBezTo>
                <a:cubicBezTo>
                  <a:pt x="3234180" y="3950514"/>
                  <a:pt x="3270886" y="3938724"/>
                  <a:pt x="3271850" y="3976535"/>
                </a:cubicBezTo>
                <a:cubicBezTo>
                  <a:pt x="3275333" y="4018513"/>
                  <a:pt x="3265836" y="4033210"/>
                  <a:pt x="3253128" y="4091308"/>
                </a:cubicBezTo>
                <a:cubicBezTo>
                  <a:pt x="3262530" y="4093945"/>
                  <a:pt x="3263925" y="4100312"/>
                  <a:pt x="3261491" y="4112665"/>
                </a:cubicBezTo>
                <a:cubicBezTo>
                  <a:pt x="3263824" y="4132845"/>
                  <a:pt x="3285122" y="4124005"/>
                  <a:pt x="3275235" y="4148543"/>
                </a:cubicBezTo>
                <a:cubicBezTo>
                  <a:pt x="3282222" y="4163609"/>
                  <a:pt x="3300717" y="4191930"/>
                  <a:pt x="3303406" y="4203059"/>
                </a:cubicBezTo>
                <a:cubicBezTo>
                  <a:pt x="3307769" y="4216879"/>
                  <a:pt x="3289765" y="4198911"/>
                  <a:pt x="3291377" y="4215304"/>
                </a:cubicBezTo>
                <a:cubicBezTo>
                  <a:pt x="3295421" y="4234470"/>
                  <a:pt x="3290844" y="4240556"/>
                  <a:pt x="3303627" y="4247412"/>
                </a:cubicBezTo>
                <a:cubicBezTo>
                  <a:pt x="3300302" y="4270043"/>
                  <a:pt x="3313094" y="4269840"/>
                  <a:pt x="3323715" y="4295574"/>
                </a:cubicBezTo>
                <a:cubicBezTo>
                  <a:pt x="3318854" y="4309546"/>
                  <a:pt x="3323708" y="4317748"/>
                  <a:pt x="3331757" y="4324626"/>
                </a:cubicBezTo>
                <a:cubicBezTo>
                  <a:pt x="3334500" y="4352298"/>
                  <a:pt x="3348521" y="4373553"/>
                  <a:pt x="3357571" y="4402594"/>
                </a:cubicBezTo>
                <a:cubicBezTo>
                  <a:pt x="3395421" y="4440113"/>
                  <a:pt x="3406716" y="4492429"/>
                  <a:pt x="3416883" y="4511276"/>
                </a:cubicBezTo>
                <a:lnTo>
                  <a:pt x="3418568" y="4515669"/>
                </a:lnTo>
                <a:cubicBezTo>
                  <a:pt x="3418685" y="4519956"/>
                  <a:pt x="3418801" y="4524244"/>
                  <a:pt x="3418918" y="4528531"/>
                </a:cubicBezTo>
                <a:cubicBezTo>
                  <a:pt x="3418727" y="4530191"/>
                  <a:pt x="3418537" y="4531850"/>
                  <a:pt x="3418346" y="4533510"/>
                </a:cubicBezTo>
                <a:cubicBezTo>
                  <a:pt x="3418215" y="4536889"/>
                  <a:pt x="3418462" y="4539065"/>
                  <a:pt x="3419005" y="4540494"/>
                </a:cubicBezTo>
                <a:lnTo>
                  <a:pt x="3424268" y="4595886"/>
                </a:lnTo>
                <a:cubicBezTo>
                  <a:pt x="3429156" y="4624362"/>
                  <a:pt x="3443934" y="4682306"/>
                  <a:pt x="3448330" y="4711348"/>
                </a:cubicBezTo>
                <a:lnTo>
                  <a:pt x="3445621" y="4714874"/>
                </a:lnTo>
                <a:cubicBezTo>
                  <a:pt x="3444103" y="4718397"/>
                  <a:pt x="3443735" y="4723077"/>
                  <a:pt x="3445980" y="4730345"/>
                </a:cubicBezTo>
                <a:lnTo>
                  <a:pt x="3446976" y="4731926"/>
                </a:lnTo>
                <a:lnTo>
                  <a:pt x="3443720" y="4745408"/>
                </a:lnTo>
                <a:cubicBezTo>
                  <a:pt x="3444756" y="4771155"/>
                  <a:pt x="3455466" y="4843107"/>
                  <a:pt x="3453194" y="4886406"/>
                </a:cubicBezTo>
                <a:cubicBezTo>
                  <a:pt x="3454856" y="4906631"/>
                  <a:pt x="3481235" y="5008239"/>
                  <a:pt x="3455210" y="5025296"/>
                </a:cubicBezTo>
                <a:cubicBezTo>
                  <a:pt x="3442202" y="5116320"/>
                  <a:pt x="3464654" y="5119078"/>
                  <a:pt x="3462841" y="5211091"/>
                </a:cubicBezTo>
                <a:cubicBezTo>
                  <a:pt x="3469390" y="5269669"/>
                  <a:pt x="3462794" y="5327391"/>
                  <a:pt x="3469385" y="5356669"/>
                </a:cubicBezTo>
                <a:cubicBezTo>
                  <a:pt x="3471479" y="5361935"/>
                  <a:pt x="3474277" y="5366825"/>
                  <a:pt x="3477268" y="5371683"/>
                </a:cubicBezTo>
                <a:lnTo>
                  <a:pt x="3478824" y="5374232"/>
                </a:lnTo>
                <a:lnTo>
                  <a:pt x="3486664" y="5427532"/>
                </a:lnTo>
                <a:lnTo>
                  <a:pt x="3499845" y="5523238"/>
                </a:lnTo>
                <a:cubicBezTo>
                  <a:pt x="3496480" y="5535759"/>
                  <a:pt x="3498126" y="5574631"/>
                  <a:pt x="3505782" y="5582050"/>
                </a:cubicBezTo>
                <a:cubicBezTo>
                  <a:pt x="3507640" y="5590169"/>
                  <a:pt x="3505294" y="5599602"/>
                  <a:pt x="3513368" y="5603412"/>
                </a:cubicBezTo>
                <a:cubicBezTo>
                  <a:pt x="3518549" y="5620896"/>
                  <a:pt x="3530454" y="5660930"/>
                  <a:pt x="3536869" y="5686953"/>
                </a:cubicBezTo>
                <a:cubicBezTo>
                  <a:pt x="3527290" y="5702684"/>
                  <a:pt x="3548216" y="5722678"/>
                  <a:pt x="3551859" y="5759548"/>
                </a:cubicBezTo>
                <a:cubicBezTo>
                  <a:pt x="3540751" y="5776843"/>
                  <a:pt x="3554471" y="5784377"/>
                  <a:pt x="3540024" y="5816599"/>
                </a:cubicBezTo>
                <a:cubicBezTo>
                  <a:pt x="3541640" y="5817630"/>
                  <a:pt x="3543154" y="5818984"/>
                  <a:pt x="3544521" y="5820619"/>
                </a:cubicBezTo>
                <a:cubicBezTo>
                  <a:pt x="3552455" y="5830118"/>
                  <a:pt x="3553767" y="5846834"/>
                  <a:pt x="3547449" y="5857956"/>
                </a:cubicBezTo>
                <a:cubicBezTo>
                  <a:pt x="3528571" y="5908761"/>
                  <a:pt x="3532186" y="5952107"/>
                  <a:pt x="3530253" y="5993572"/>
                </a:cubicBezTo>
                <a:cubicBezTo>
                  <a:pt x="3530522" y="6040113"/>
                  <a:pt x="3553891" y="6005695"/>
                  <a:pt x="3536734" y="6066404"/>
                </a:cubicBezTo>
                <a:cubicBezTo>
                  <a:pt x="3545935" y="6071268"/>
                  <a:pt x="3546842" y="6078512"/>
                  <a:pt x="3543461" y="6091477"/>
                </a:cubicBezTo>
                <a:cubicBezTo>
                  <a:pt x="3549602" y="6107585"/>
                  <a:pt x="3568275" y="6137061"/>
                  <a:pt x="3573577" y="6163051"/>
                </a:cubicBezTo>
                <a:cubicBezTo>
                  <a:pt x="3577046" y="6182032"/>
                  <a:pt x="3572259" y="6223892"/>
                  <a:pt x="3575275" y="6247420"/>
                </a:cubicBezTo>
                <a:cubicBezTo>
                  <a:pt x="3570217" y="6271412"/>
                  <a:pt x="3583023" y="6273898"/>
                  <a:pt x="3591673" y="6304222"/>
                </a:cubicBezTo>
                <a:cubicBezTo>
                  <a:pt x="3585743" y="6318440"/>
                  <a:pt x="3589967" y="6328418"/>
                  <a:pt x="3597489" y="6337624"/>
                </a:cubicBezTo>
                <a:cubicBezTo>
                  <a:pt x="3598113" y="6368401"/>
                  <a:pt x="3610504" y="6394558"/>
                  <a:pt x="3617330" y="6428161"/>
                </a:cubicBezTo>
                <a:cubicBezTo>
                  <a:pt x="3612404" y="6466489"/>
                  <a:pt x="3633001" y="6482393"/>
                  <a:pt x="3640218" y="6518318"/>
                </a:cubicBezTo>
                <a:cubicBezTo>
                  <a:pt x="3625420" y="6557419"/>
                  <a:pt x="3668862" y="6537820"/>
                  <a:pt x="3670788" y="6568733"/>
                </a:cubicBezTo>
                <a:cubicBezTo>
                  <a:pt x="3659124" y="6621466"/>
                  <a:pt x="3685482" y="6565072"/>
                  <a:pt x="3687763" y="6643164"/>
                </a:cubicBezTo>
                <a:cubicBezTo>
                  <a:pt x="3685396" y="6647995"/>
                  <a:pt x="3689317" y="6656838"/>
                  <a:pt x="3693097" y="6655183"/>
                </a:cubicBezTo>
                <a:cubicBezTo>
                  <a:pt x="3693444" y="6672318"/>
                  <a:pt x="3690193" y="6715787"/>
                  <a:pt x="3689847" y="6745974"/>
                </a:cubicBezTo>
                <a:cubicBezTo>
                  <a:pt x="3689583" y="6773144"/>
                  <a:pt x="3690048" y="6817635"/>
                  <a:pt x="3691023" y="6836306"/>
                </a:cubicBezTo>
                <a:lnTo>
                  <a:pt x="3695699" y="6858001"/>
                </a:lnTo>
                <a:lnTo>
                  <a:pt x="0" y="6858000"/>
                </a:lnTo>
                <a:close/>
              </a:path>
            </a:pathLst>
          </a:cu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FE203C29-71B5-D3A1-6439-68E8589ED9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198966" y="2147357"/>
                <a:ext cx="3810000" cy="4101042"/>
              </a:xfrm>
            </p:spPr>
            <p:txBody>
              <a:bodyPr>
                <a:normAutofit/>
              </a:bodyPr>
              <a:lstStyle/>
              <a:p>
                <a:r>
                  <a:rPr lang="it-IT" sz="19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Source: INGV (Istituto Nazionale di Geofisica e Vulcanologia).</a:t>
                </a:r>
              </a:p>
              <a:p>
                <a:r>
                  <a:rPr lang="it-IT" sz="19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Data Format: 3-Component </a:t>
                </a:r>
                <a:r>
                  <a:rPr lang="it-IT" sz="19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waveforms</a:t>
                </a:r>
                <a:r>
                  <a:rPr lang="it-IT" sz="19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(East, North, Vertical).</a:t>
                </a:r>
              </a:p>
              <a:p>
                <a:r>
                  <a:rPr lang="it-IT" sz="19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Sampling: 100 Hz (6000 samples per 60-second window).</a:t>
                </a:r>
              </a:p>
              <a:p>
                <a:r>
                  <a:rPr lang="en-US" sz="19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The 50/50 Strategy.</a:t>
                </a:r>
              </a:p>
              <a:p>
                <a:r>
                  <a:rPr lang="en-US" sz="19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The problem with "Dirac Delta" (single point) targets.</a:t>
                </a:r>
              </a:p>
              <a:p>
                <a:r>
                  <a:rPr lang="en-US" sz="19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Gaussian standard deviation (</a:t>
                </a:r>
                <a14:m>
                  <m:oMath xmlns:m="http://schemas.openxmlformats.org/officeDocument/2006/math">
                    <m:r>
                      <a:rPr lang="en-US" sz="19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19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=0.3</m:t>
                    </m:r>
                    <m:r>
                      <a:rPr lang="en-US" sz="19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9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).</a:t>
                </a:r>
              </a:p>
              <a:p>
                <a:endParaRPr lang="it-IT" sz="19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FE203C29-71B5-D3A1-6439-68E8589ED9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98966" y="2147357"/>
                <a:ext cx="3810000" cy="4101042"/>
              </a:xfrm>
              <a:blipFill>
                <a:blip r:embed="rId4"/>
                <a:stretch>
                  <a:fillRect l="-1280" t="-1486" r="-256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magine 3">
            <a:extLst>
              <a:ext uri="{FF2B5EF4-FFF2-40B4-BE49-F238E27FC236}">
                <a16:creationId xmlns:a16="http://schemas.microsoft.com/office/drawing/2014/main" id="{45895F14-D0ED-90D0-7FB9-3B508C14590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4705" r="22634"/>
          <a:stretch>
            <a:fillRect/>
          </a:stretch>
        </p:blipFill>
        <p:spPr>
          <a:xfrm>
            <a:off x="8580467" y="10"/>
            <a:ext cx="3611533" cy="6857990"/>
          </a:xfrm>
          <a:custGeom>
            <a:avLst/>
            <a:gdLst/>
            <a:ahLst/>
            <a:cxnLst/>
            <a:rect l="l" t="t" r="r" b="b"/>
            <a:pathLst>
              <a:path w="3810000" h="6858000">
                <a:moveTo>
                  <a:pt x="95627" y="0"/>
                </a:moveTo>
                <a:lnTo>
                  <a:pt x="3810000" y="0"/>
                </a:lnTo>
                <a:lnTo>
                  <a:pt x="3810000" y="6858000"/>
                </a:lnTo>
                <a:lnTo>
                  <a:pt x="13132" y="6858000"/>
                </a:lnTo>
                <a:cubicBezTo>
                  <a:pt x="13183" y="6857363"/>
                  <a:pt x="13234" y="6856727"/>
                  <a:pt x="13284" y="6856090"/>
                </a:cubicBezTo>
                <a:lnTo>
                  <a:pt x="31566" y="6805847"/>
                </a:lnTo>
                <a:lnTo>
                  <a:pt x="30463" y="6715381"/>
                </a:lnTo>
                <a:cubicBezTo>
                  <a:pt x="29585" y="6714082"/>
                  <a:pt x="28597" y="6713038"/>
                  <a:pt x="27533" y="6712286"/>
                </a:cubicBezTo>
                <a:lnTo>
                  <a:pt x="31288" y="6698474"/>
                </a:lnTo>
                <a:lnTo>
                  <a:pt x="29901" y="6686264"/>
                </a:lnTo>
                <a:cubicBezTo>
                  <a:pt x="29591" y="6639749"/>
                  <a:pt x="29281" y="6593234"/>
                  <a:pt x="28971" y="6546719"/>
                </a:cubicBezTo>
                <a:cubicBezTo>
                  <a:pt x="23415" y="6502008"/>
                  <a:pt x="3087" y="6462057"/>
                  <a:pt x="310" y="6408337"/>
                </a:cubicBezTo>
                <a:cubicBezTo>
                  <a:pt x="-2468" y="6354617"/>
                  <a:pt x="14431" y="6312397"/>
                  <a:pt x="12307" y="6224401"/>
                </a:cubicBezTo>
                <a:lnTo>
                  <a:pt x="27152" y="6147415"/>
                </a:lnTo>
                <a:lnTo>
                  <a:pt x="39044" y="6093837"/>
                </a:lnTo>
                <a:cubicBezTo>
                  <a:pt x="47718" y="6039281"/>
                  <a:pt x="47985" y="5964495"/>
                  <a:pt x="46816" y="5915901"/>
                </a:cubicBezTo>
                <a:cubicBezTo>
                  <a:pt x="43189" y="5876557"/>
                  <a:pt x="47196" y="5863739"/>
                  <a:pt x="33533" y="5831562"/>
                </a:cubicBezTo>
                <a:cubicBezTo>
                  <a:pt x="27901" y="5792459"/>
                  <a:pt x="47408" y="5747455"/>
                  <a:pt x="46555" y="5710909"/>
                </a:cubicBezTo>
                <a:cubicBezTo>
                  <a:pt x="53188" y="5686865"/>
                  <a:pt x="49116" y="5615845"/>
                  <a:pt x="62461" y="5602222"/>
                </a:cubicBezTo>
                <a:cubicBezTo>
                  <a:pt x="64066" y="5572067"/>
                  <a:pt x="49594" y="5555548"/>
                  <a:pt x="56185" y="5529979"/>
                </a:cubicBezTo>
                <a:lnTo>
                  <a:pt x="67961" y="5458854"/>
                </a:lnTo>
                <a:lnTo>
                  <a:pt x="110939" y="5353584"/>
                </a:lnTo>
                <a:cubicBezTo>
                  <a:pt x="123070" y="5308303"/>
                  <a:pt x="110671" y="5307524"/>
                  <a:pt x="128276" y="5249764"/>
                </a:cubicBezTo>
                <a:cubicBezTo>
                  <a:pt x="137692" y="5218499"/>
                  <a:pt x="146153" y="5160067"/>
                  <a:pt x="156749" y="5116288"/>
                </a:cubicBezTo>
                <a:cubicBezTo>
                  <a:pt x="167347" y="5072508"/>
                  <a:pt x="184838" y="5010298"/>
                  <a:pt x="191855" y="4987089"/>
                </a:cubicBezTo>
                <a:lnTo>
                  <a:pt x="219824" y="4934095"/>
                </a:lnTo>
                <a:cubicBezTo>
                  <a:pt x="223315" y="4926170"/>
                  <a:pt x="231151" y="4920904"/>
                  <a:pt x="231137" y="4903120"/>
                </a:cubicBezTo>
                <a:lnTo>
                  <a:pt x="219738" y="4827391"/>
                </a:lnTo>
                <a:cubicBezTo>
                  <a:pt x="223928" y="4818620"/>
                  <a:pt x="227939" y="4809255"/>
                  <a:pt x="231597" y="4799440"/>
                </a:cubicBezTo>
                <a:lnTo>
                  <a:pt x="233480" y="4793512"/>
                </a:lnTo>
                <a:cubicBezTo>
                  <a:pt x="233423" y="4793432"/>
                  <a:pt x="233367" y="4793351"/>
                  <a:pt x="233310" y="4793271"/>
                </a:cubicBezTo>
                <a:cubicBezTo>
                  <a:pt x="233275" y="4791711"/>
                  <a:pt x="233728" y="4789662"/>
                  <a:pt x="234882" y="4786765"/>
                </a:cubicBezTo>
                <a:lnTo>
                  <a:pt x="236914" y="4782703"/>
                </a:lnTo>
                <a:lnTo>
                  <a:pt x="246329" y="4683644"/>
                </a:lnTo>
                <a:cubicBezTo>
                  <a:pt x="256294" y="4677568"/>
                  <a:pt x="256527" y="4667288"/>
                  <a:pt x="253823" y="4655204"/>
                </a:cubicBezTo>
                <a:cubicBezTo>
                  <a:pt x="259521" y="4631796"/>
                  <a:pt x="280440" y="4574275"/>
                  <a:pt x="280514" y="4543195"/>
                </a:cubicBezTo>
                <a:cubicBezTo>
                  <a:pt x="272112" y="4519880"/>
                  <a:pt x="251340" y="4505102"/>
                  <a:pt x="254268" y="4468722"/>
                </a:cubicBezTo>
                <a:cubicBezTo>
                  <a:pt x="266696" y="4435462"/>
                  <a:pt x="236001" y="4395418"/>
                  <a:pt x="252728" y="4353998"/>
                </a:cubicBezTo>
                <a:cubicBezTo>
                  <a:pt x="256750" y="4339008"/>
                  <a:pt x="256168" y="4294115"/>
                  <a:pt x="248123" y="4286542"/>
                </a:cubicBezTo>
                <a:cubicBezTo>
                  <a:pt x="246365" y="4277371"/>
                  <a:pt x="249194" y="4266107"/>
                  <a:pt x="240584" y="4262777"/>
                </a:cubicBezTo>
                <a:cubicBezTo>
                  <a:pt x="230221" y="4256829"/>
                  <a:pt x="246153" y="4222259"/>
                  <a:pt x="233949" y="4228340"/>
                </a:cubicBezTo>
                <a:cubicBezTo>
                  <a:pt x="244865" y="4203839"/>
                  <a:pt x="223150" y="4187902"/>
                  <a:pt x="217758" y="4169004"/>
                </a:cubicBezTo>
                <a:cubicBezTo>
                  <a:pt x="228596" y="4149446"/>
                  <a:pt x="206597" y="4129080"/>
                  <a:pt x="203797" y="4086781"/>
                </a:cubicBezTo>
                <a:cubicBezTo>
                  <a:pt x="216334" y="4065199"/>
                  <a:pt x="201740" y="4058317"/>
                  <a:pt x="218344" y="4018957"/>
                </a:cubicBezTo>
                <a:cubicBezTo>
                  <a:pt x="216630" y="4017979"/>
                  <a:pt x="215034" y="4016614"/>
                  <a:pt x="213609" y="4014902"/>
                </a:cubicBezTo>
                <a:cubicBezTo>
                  <a:pt x="205325" y="4004955"/>
                  <a:pt x="204424" y="3985729"/>
                  <a:pt x="211594" y="3971964"/>
                </a:cubicBezTo>
                <a:cubicBezTo>
                  <a:pt x="233561" y="3910433"/>
                  <a:pt x="230991" y="3860613"/>
                  <a:pt x="234357" y="3812226"/>
                </a:cubicBezTo>
                <a:cubicBezTo>
                  <a:pt x="235501" y="3758242"/>
                  <a:pt x="209185" y="3801364"/>
                  <a:pt x="229596" y="3728573"/>
                </a:cubicBezTo>
                <a:cubicBezTo>
                  <a:pt x="219804" y="3724174"/>
                  <a:pt x="219047" y="3715890"/>
                  <a:pt x="223099" y="3700384"/>
                </a:cubicBezTo>
                <a:cubicBezTo>
                  <a:pt x="222942" y="3674360"/>
                  <a:pt x="199034" y="3683312"/>
                  <a:pt x="212511" y="3653063"/>
                </a:cubicBezTo>
                <a:cubicBezTo>
                  <a:pt x="207582" y="3623616"/>
                  <a:pt x="199349" y="3555881"/>
                  <a:pt x="193522" y="3523704"/>
                </a:cubicBezTo>
                <a:cubicBezTo>
                  <a:pt x="199728" y="3495169"/>
                  <a:pt x="185963" y="3494025"/>
                  <a:pt x="177551" y="3460001"/>
                </a:cubicBezTo>
                <a:cubicBezTo>
                  <a:pt x="184399" y="3442692"/>
                  <a:pt x="180138" y="3431687"/>
                  <a:pt x="172293" y="3422022"/>
                </a:cubicBezTo>
                <a:cubicBezTo>
                  <a:pt x="172567" y="3386386"/>
                  <a:pt x="159982" y="3357707"/>
                  <a:pt x="153640" y="3319632"/>
                </a:cubicBezTo>
                <a:cubicBezTo>
                  <a:pt x="117352" y="3267571"/>
                  <a:pt x="111308" y="3199530"/>
                  <a:pt x="102580" y="3174350"/>
                </a:cubicBezTo>
                <a:lnTo>
                  <a:pt x="101281" y="3168555"/>
                </a:lnTo>
                <a:cubicBezTo>
                  <a:pt x="101655" y="3163067"/>
                  <a:pt x="102030" y="3157580"/>
                  <a:pt x="102403" y="3152092"/>
                </a:cubicBezTo>
                <a:lnTo>
                  <a:pt x="103597" y="3145797"/>
                </a:lnTo>
                <a:cubicBezTo>
                  <a:pt x="104132" y="3141497"/>
                  <a:pt x="104119" y="3138691"/>
                  <a:pt x="103701" y="3136806"/>
                </a:cubicBezTo>
                <a:lnTo>
                  <a:pt x="108221" y="3088993"/>
                </a:lnTo>
                <a:cubicBezTo>
                  <a:pt x="109464" y="3064872"/>
                  <a:pt x="113188" y="3030250"/>
                  <a:pt x="111158" y="2992081"/>
                </a:cubicBezTo>
                <a:cubicBezTo>
                  <a:pt x="109031" y="2944441"/>
                  <a:pt x="104226" y="2942439"/>
                  <a:pt x="105565" y="2902844"/>
                </a:cubicBezTo>
                <a:cubicBezTo>
                  <a:pt x="107874" y="2897323"/>
                  <a:pt x="101362" y="2801618"/>
                  <a:pt x="105102" y="2797375"/>
                </a:cubicBezTo>
                <a:cubicBezTo>
                  <a:pt x="86174" y="2744941"/>
                  <a:pt x="109804" y="2750735"/>
                  <a:pt x="107241" y="2691357"/>
                </a:cubicBezTo>
                <a:cubicBezTo>
                  <a:pt x="107811" y="2665349"/>
                  <a:pt x="115946" y="2561129"/>
                  <a:pt x="145888" y="2542201"/>
                </a:cubicBezTo>
                <a:cubicBezTo>
                  <a:pt x="170455" y="2427400"/>
                  <a:pt x="123634" y="2367849"/>
                  <a:pt x="136292" y="2250554"/>
                </a:cubicBezTo>
                <a:cubicBezTo>
                  <a:pt x="110877" y="2215639"/>
                  <a:pt x="134601" y="2180816"/>
                  <a:pt x="130310" y="2141581"/>
                </a:cubicBezTo>
                <a:cubicBezTo>
                  <a:pt x="154051" y="2149219"/>
                  <a:pt x="117587" y="2094975"/>
                  <a:pt x="144587" y="2089095"/>
                </a:cubicBezTo>
                <a:cubicBezTo>
                  <a:pt x="142952" y="2082142"/>
                  <a:pt x="140513" y="2075590"/>
                  <a:pt x="137867" y="2069059"/>
                </a:cubicBezTo>
                <a:lnTo>
                  <a:pt x="136492" y="2065634"/>
                </a:lnTo>
                <a:cubicBezTo>
                  <a:pt x="136216" y="2060851"/>
                  <a:pt x="135939" y="2056067"/>
                  <a:pt x="135663" y="2051284"/>
                </a:cubicBezTo>
                <a:lnTo>
                  <a:pt x="124268" y="1960184"/>
                </a:lnTo>
                <a:cubicBezTo>
                  <a:pt x="138968" y="1926370"/>
                  <a:pt x="111716" y="1914873"/>
                  <a:pt x="131257" y="1873060"/>
                </a:cubicBezTo>
                <a:cubicBezTo>
                  <a:pt x="136329" y="1857442"/>
                  <a:pt x="139083" y="1807624"/>
                  <a:pt x="131724" y="1797311"/>
                </a:cubicBezTo>
                <a:cubicBezTo>
                  <a:pt x="130673" y="1786740"/>
                  <a:pt x="134293" y="1774954"/>
                  <a:pt x="126063" y="1769201"/>
                </a:cubicBezTo>
                <a:cubicBezTo>
                  <a:pt x="116300" y="1760126"/>
                  <a:pt x="134551" y="1725705"/>
                  <a:pt x="122085" y="1729500"/>
                </a:cubicBezTo>
                <a:cubicBezTo>
                  <a:pt x="134648" y="1705012"/>
                  <a:pt x="114449" y="1682158"/>
                  <a:pt x="110543" y="1659949"/>
                </a:cubicBezTo>
                <a:cubicBezTo>
                  <a:pt x="122664" y="1640913"/>
                  <a:pt x="102513" y="1613087"/>
                  <a:pt x="102892" y="1565607"/>
                </a:cubicBezTo>
                <a:cubicBezTo>
                  <a:pt x="116835" y="1544742"/>
                  <a:pt x="102976" y="1533616"/>
                  <a:pt x="122245" y="1494057"/>
                </a:cubicBezTo>
                <a:cubicBezTo>
                  <a:pt x="120629" y="1492563"/>
                  <a:pt x="119160" y="1490668"/>
                  <a:pt x="117883" y="1488429"/>
                </a:cubicBezTo>
                <a:cubicBezTo>
                  <a:pt x="110465" y="1475431"/>
                  <a:pt x="111002" y="1453942"/>
                  <a:pt x="119083" y="1440433"/>
                </a:cubicBezTo>
                <a:cubicBezTo>
                  <a:pt x="145274" y="1377630"/>
                  <a:pt x="146438" y="1321884"/>
                  <a:pt x="153340" y="1269148"/>
                </a:cubicBezTo>
                <a:cubicBezTo>
                  <a:pt x="158467" y="1209690"/>
                  <a:pt x="129360" y="1251077"/>
                  <a:pt x="154855" y="1175439"/>
                </a:cubicBezTo>
                <a:cubicBezTo>
                  <a:pt x="145538" y="1168218"/>
                  <a:pt x="145408" y="1158868"/>
                  <a:pt x="150548" y="1142685"/>
                </a:cubicBezTo>
                <a:cubicBezTo>
                  <a:pt x="152321" y="1113850"/>
                  <a:pt x="128121" y="1118007"/>
                  <a:pt x="143630" y="1087778"/>
                </a:cubicBezTo>
                <a:cubicBezTo>
                  <a:pt x="139451" y="1064261"/>
                  <a:pt x="125971" y="1018012"/>
                  <a:pt x="125476" y="1001580"/>
                </a:cubicBezTo>
                <a:cubicBezTo>
                  <a:pt x="123958" y="976962"/>
                  <a:pt x="134851" y="962709"/>
                  <a:pt x="134526" y="940069"/>
                </a:cubicBezTo>
                <a:cubicBezTo>
                  <a:pt x="142751" y="909988"/>
                  <a:pt x="129284" y="905409"/>
                  <a:pt x="123523" y="865739"/>
                </a:cubicBezTo>
                <a:cubicBezTo>
                  <a:pt x="131549" y="848234"/>
                  <a:pt x="128173" y="835030"/>
                  <a:pt x="121164" y="822450"/>
                </a:cubicBezTo>
                <a:cubicBezTo>
                  <a:pt x="124077" y="783082"/>
                  <a:pt x="113811" y="748321"/>
                  <a:pt x="110389" y="704665"/>
                </a:cubicBezTo>
                <a:cubicBezTo>
                  <a:pt x="120144" y="656264"/>
                  <a:pt x="99869" y="633697"/>
                  <a:pt x="96299" y="587032"/>
                </a:cubicBezTo>
                <a:cubicBezTo>
                  <a:pt x="87861" y="539988"/>
                  <a:pt x="66571" y="452493"/>
                  <a:pt x="59759" y="422399"/>
                </a:cubicBezTo>
                <a:cubicBezTo>
                  <a:pt x="62865" y="416491"/>
                  <a:pt x="59682" y="404768"/>
                  <a:pt x="55429" y="406467"/>
                </a:cubicBezTo>
                <a:cubicBezTo>
                  <a:pt x="56742" y="400038"/>
                  <a:pt x="64884" y="384166"/>
                  <a:pt x="58062" y="383409"/>
                </a:cubicBezTo>
                <a:cubicBezTo>
                  <a:pt x="57210" y="351894"/>
                  <a:pt x="61145" y="320031"/>
                  <a:pt x="69487" y="290892"/>
                </a:cubicBezTo>
                <a:cubicBezTo>
                  <a:pt x="57686" y="231306"/>
                  <a:pt x="89539" y="260845"/>
                  <a:pt x="86198" y="217175"/>
                </a:cubicBezTo>
                <a:cubicBezTo>
                  <a:pt x="72715" y="183379"/>
                  <a:pt x="83646" y="168958"/>
                  <a:pt x="74643" y="129155"/>
                </a:cubicBezTo>
                <a:cubicBezTo>
                  <a:pt x="96697" y="112411"/>
                  <a:pt x="72236" y="90977"/>
                  <a:pt x="78417" y="74202"/>
                </a:cubicBezTo>
                <a:cubicBezTo>
                  <a:pt x="59029" y="57686"/>
                  <a:pt x="81827" y="29115"/>
                  <a:pt x="94183" y="4683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65636126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75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F79630B-0F0B-446E-A637-38FA8F61D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437C99-FC8E-4311-B48A-F0C4C329B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5028" y="-1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5566DEB-08FA-8559-7507-E8443067F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5" y="609600"/>
            <a:ext cx="3595678" cy="1330839"/>
          </a:xfrm>
        </p:spPr>
        <p:txBody>
          <a:bodyPr>
            <a:normAutofit/>
          </a:bodyPr>
          <a:lstStyle/>
          <a:p>
            <a:r>
              <a:rPr lang="it-IT" dirty="0"/>
              <a:t>The Engine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C4FD09DC-7589-5AD3-2D32-EF7006FC1E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37034" y="2194102"/>
                <a:ext cx="3158741" cy="3908586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/>
                  <a:t>Convolutional Layers (Kernel size 7).</a:t>
                </a:r>
              </a:p>
              <a:p>
                <a:r>
                  <a:rPr lang="en-US" sz="2000" dirty="0"/>
                  <a:t>Max-pooling for temporal </a:t>
                </a:r>
                <a:r>
                  <a:rPr lang="en-US" sz="2000" dirty="0" err="1"/>
                  <a:t>downsampling</a:t>
                </a:r>
                <a:r>
                  <a:rPr lang="en-US" sz="2000" dirty="0"/>
                  <a:t>.</a:t>
                </a:r>
              </a:p>
              <a:p>
                <a:r>
                  <a:rPr lang="it-IT" sz="2000" dirty="0"/>
                  <a:t>Loss </a:t>
                </a:r>
                <a:r>
                  <a:rPr lang="it-IT" sz="2000" dirty="0" err="1"/>
                  <a:t>Function</a:t>
                </a:r>
                <a:r>
                  <a:rPr lang="it-IT" sz="2000" dirty="0"/>
                  <a:t>: </a:t>
                </a:r>
                <a:r>
                  <a:rPr lang="it-IT" sz="2000" dirty="0" err="1"/>
                  <a:t>Binary</a:t>
                </a:r>
                <a:r>
                  <a:rPr lang="it-IT" sz="2000" dirty="0"/>
                  <a:t> Cross-</a:t>
                </a:r>
                <a:r>
                  <a:rPr lang="it-IT" sz="2000" dirty="0" err="1"/>
                  <a:t>Entropy</a:t>
                </a:r>
                <a:r>
                  <a:rPr lang="it-IT" sz="2000" dirty="0"/>
                  <a:t> (BCE).</a:t>
                </a:r>
              </a:p>
              <a:p>
                <a:r>
                  <a:rPr lang="it-IT" sz="2000" dirty="0" err="1"/>
                  <a:t>Optimizer</a:t>
                </a:r>
                <a:r>
                  <a:rPr lang="it-IT" sz="2000" dirty="0"/>
                  <a:t>: Adam (</a:t>
                </a:r>
                <a14:m>
                  <m:oMath xmlns:m="http://schemas.openxmlformats.org/officeDocument/2006/math">
                    <m:r>
                      <a:rPr lang="it-IT" sz="2000">
                        <a:latin typeface="Cambria Math" panose="02040503050406030204" pitchFamily="18" charset="0"/>
                      </a:rPr>
                      <m:t>1</m:t>
                    </m:r>
                    <m:r>
                      <a:rPr lang="it-IT" sz="2000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it-IT" sz="2000">
                        <a:latin typeface="Cambria Math" panose="02040503050406030204" pitchFamily="18" charset="0"/>
                      </a:rPr>
                      <m:t>−3</m:t>
                    </m:r>
                  </m:oMath>
                </a14:m>
                <a:r>
                  <a:rPr lang="it-IT" sz="2000" dirty="0"/>
                  <a:t>).</a:t>
                </a:r>
              </a:p>
              <a:p>
                <a:r>
                  <a:rPr lang="it-IT" sz="2000" dirty="0"/>
                  <a:t>Hardware: GPU-</a:t>
                </a:r>
                <a:r>
                  <a:rPr lang="it-IT" sz="2000" dirty="0" err="1"/>
                  <a:t>accelerated</a:t>
                </a:r>
                <a:r>
                  <a:rPr lang="it-IT" sz="2000" dirty="0"/>
                  <a:t> training in </a:t>
                </a:r>
                <a:r>
                  <a:rPr lang="it-IT" sz="2000" dirty="0" err="1"/>
                  <a:t>PyTorch</a:t>
                </a:r>
                <a:r>
                  <a:rPr lang="it-IT" sz="2000" dirty="0"/>
                  <a:t>.</a:t>
                </a:r>
              </a:p>
              <a:p>
                <a:endParaRPr lang="it-IT" sz="2000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C4FD09DC-7589-5AD3-2D32-EF7006FC1E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37034" y="2194102"/>
                <a:ext cx="3158741" cy="3908586"/>
              </a:xfrm>
              <a:blipFill>
                <a:blip r:embed="rId2"/>
                <a:stretch>
                  <a:fillRect l="-1737" t="-1560" r="-328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magine 4" descr="Immagine che contiene linea, diagramma, schermata, Parallelo&#10;&#10;Il contenuto generato dall'IA potrebbe non essere corretto.">
            <a:extLst>
              <a:ext uri="{FF2B5EF4-FFF2-40B4-BE49-F238E27FC236}">
                <a16:creationId xmlns:a16="http://schemas.microsoft.com/office/drawing/2014/main" id="{FC0C6831-1947-D055-2567-227C5FB5AA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3" r="8852" b="-1"/>
          <a:stretch>
            <a:fillRect/>
          </a:stretch>
        </p:blipFill>
        <p:spPr>
          <a:xfrm>
            <a:off x="4948188" y="1"/>
            <a:ext cx="7243812" cy="6857999"/>
          </a:xfrm>
          <a:custGeom>
            <a:avLst/>
            <a:gdLst/>
            <a:ahLst/>
            <a:cxnLst/>
            <a:rect l="l" t="t" r="r" b="b"/>
            <a:pathLst>
              <a:path w="7243812" h="6857999">
                <a:moveTo>
                  <a:pt x="609803" y="0"/>
                </a:moveTo>
                <a:lnTo>
                  <a:pt x="1222601" y="0"/>
                </a:lnTo>
                <a:lnTo>
                  <a:pt x="1223032" y="1645"/>
                </a:lnTo>
                <a:lnTo>
                  <a:pt x="1343371" y="1645"/>
                </a:lnTo>
                <a:lnTo>
                  <a:pt x="1343665" y="0"/>
                </a:lnTo>
                <a:lnTo>
                  <a:pt x="1884172" y="0"/>
                </a:lnTo>
                <a:lnTo>
                  <a:pt x="1884280" y="1645"/>
                </a:lnTo>
                <a:lnTo>
                  <a:pt x="7243812" y="1645"/>
                </a:lnTo>
                <a:lnTo>
                  <a:pt x="7243812" y="6857999"/>
                </a:lnTo>
                <a:lnTo>
                  <a:pt x="133676" y="6857999"/>
                </a:lnTo>
                <a:lnTo>
                  <a:pt x="114609" y="6843646"/>
                </a:lnTo>
                <a:cubicBezTo>
                  <a:pt x="106811" y="6836369"/>
                  <a:pt x="103243" y="6828354"/>
                  <a:pt x="111459" y="6817746"/>
                </a:cubicBezTo>
                <a:cubicBezTo>
                  <a:pt x="93943" y="6769544"/>
                  <a:pt x="97901" y="6796071"/>
                  <a:pt x="113412" y="6759582"/>
                </a:cubicBezTo>
                <a:cubicBezTo>
                  <a:pt x="110188" y="6732087"/>
                  <a:pt x="99653" y="6727133"/>
                  <a:pt x="100729" y="6705297"/>
                </a:cubicBezTo>
                <a:cubicBezTo>
                  <a:pt x="94563" y="6675394"/>
                  <a:pt x="99792" y="6669536"/>
                  <a:pt x="87662" y="6640957"/>
                </a:cubicBezTo>
                <a:cubicBezTo>
                  <a:pt x="74199" y="6591883"/>
                  <a:pt x="82185" y="6576319"/>
                  <a:pt x="83084" y="6541313"/>
                </a:cubicBezTo>
                <a:cubicBezTo>
                  <a:pt x="82225" y="6490855"/>
                  <a:pt x="67640" y="6422980"/>
                  <a:pt x="59444" y="6370251"/>
                </a:cubicBezTo>
                <a:cubicBezTo>
                  <a:pt x="51248" y="6317522"/>
                  <a:pt x="30729" y="6270972"/>
                  <a:pt x="33908" y="6224938"/>
                </a:cubicBezTo>
                <a:lnTo>
                  <a:pt x="30063" y="6089693"/>
                </a:lnTo>
                <a:cubicBezTo>
                  <a:pt x="25730" y="6032039"/>
                  <a:pt x="3474" y="5997051"/>
                  <a:pt x="29101" y="5973994"/>
                </a:cubicBezTo>
                <a:cubicBezTo>
                  <a:pt x="17018" y="5940131"/>
                  <a:pt x="41135" y="5955713"/>
                  <a:pt x="33855" y="5939847"/>
                </a:cubicBezTo>
                <a:lnTo>
                  <a:pt x="12982" y="5906467"/>
                </a:lnTo>
                <a:lnTo>
                  <a:pt x="8416" y="5862699"/>
                </a:lnTo>
                <a:cubicBezTo>
                  <a:pt x="7895" y="5838948"/>
                  <a:pt x="8409" y="5853058"/>
                  <a:pt x="12052" y="5823324"/>
                </a:cubicBezTo>
                <a:cubicBezTo>
                  <a:pt x="11631" y="5805291"/>
                  <a:pt x="11213" y="5787258"/>
                  <a:pt x="10793" y="5769225"/>
                </a:cubicBezTo>
                <a:cubicBezTo>
                  <a:pt x="17866" y="5738356"/>
                  <a:pt x="19121" y="5696311"/>
                  <a:pt x="25986" y="5667896"/>
                </a:cubicBezTo>
                <a:cubicBezTo>
                  <a:pt x="16329" y="5647975"/>
                  <a:pt x="42195" y="5619318"/>
                  <a:pt x="43687" y="5594585"/>
                </a:cubicBezTo>
                <a:cubicBezTo>
                  <a:pt x="32512" y="5517959"/>
                  <a:pt x="44052" y="5536542"/>
                  <a:pt x="40019" y="5464225"/>
                </a:cubicBezTo>
                <a:cubicBezTo>
                  <a:pt x="32676" y="5400671"/>
                  <a:pt x="26469" y="5311951"/>
                  <a:pt x="22904" y="5269726"/>
                </a:cubicBezTo>
                <a:cubicBezTo>
                  <a:pt x="19341" y="5227501"/>
                  <a:pt x="14742" y="5212581"/>
                  <a:pt x="18628" y="5210876"/>
                </a:cubicBezTo>
                <a:cubicBezTo>
                  <a:pt x="-20300" y="5161742"/>
                  <a:pt x="15511" y="5141336"/>
                  <a:pt x="5392" y="5111369"/>
                </a:cubicBezTo>
                <a:cubicBezTo>
                  <a:pt x="10662" y="5053859"/>
                  <a:pt x="15546" y="5034036"/>
                  <a:pt x="13324" y="5009272"/>
                </a:cubicBezTo>
                <a:cubicBezTo>
                  <a:pt x="25126" y="4982633"/>
                  <a:pt x="74251" y="4956261"/>
                  <a:pt x="48699" y="4925805"/>
                </a:cubicBezTo>
                <a:cubicBezTo>
                  <a:pt x="76704" y="4931200"/>
                  <a:pt x="39437" y="4888353"/>
                  <a:pt x="62925" y="4877992"/>
                </a:cubicBezTo>
                <a:cubicBezTo>
                  <a:pt x="82480" y="4871554"/>
                  <a:pt x="75731" y="4857054"/>
                  <a:pt x="79496" y="4844323"/>
                </a:cubicBezTo>
                <a:cubicBezTo>
                  <a:pt x="97657" y="4832308"/>
                  <a:pt x="110974" y="4752352"/>
                  <a:pt x="101400" y="4733115"/>
                </a:cubicBezTo>
                <a:cubicBezTo>
                  <a:pt x="108185" y="4679357"/>
                  <a:pt x="119720" y="4662889"/>
                  <a:pt x="111223" y="4625153"/>
                </a:cubicBezTo>
                <a:cubicBezTo>
                  <a:pt x="106592" y="4588197"/>
                  <a:pt x="114401" y="4567830"/>
                  <a:pt x="126359" y="4539168"/>
                </a:cubicBezTo>
                <a:cubicBezTo>
                  <a:pt x="126535" y="4522289"/>
                  <a:pt x="126710" y="4505410"/>
                  <a:pt x="126886" y="4488531"/>
                </a:cubicBezTo>
                <a:cubicBezTo>
                  <a:pt x="126165" y="4473140"/>
                  <a:pt x="132917" y="4437329"/>
                  <a:pt x="135099" y="4411258"/>
                </a:cubicBezTo>
                <a:cubicBezTo>
                  <a:pt x="107667" y="4345686"/>
                  <a:pt x="146840" y="4280033"/>
                  <a:pt x="132327" y="4219510"/>
                </a:cubicBezTo>
                <a:cubicBezTo>
                  <a:pt x="138549" y="4158987"/>
                  <a:pt x="124091" y="4192084"/>
                  <a:pt x="172424" y="4048117"/>
                </a:cubicBezTo>
                <a:cubicBezTo>
                  <a:pt x="167703" y="4015047"/>
                  <a:pt x="203806" y="3905047"/>
                  <a:pt x="177666" y="3878222"/>
                </a:cubicBezTo>
                <a:cubicBezTo>
                  <a:pt x="167714" y="3821305"/>
                  <a:pt x="183914" y="3845122"/>
                  <a:pt x="156982" y="3778166"/>
                </a:cubicBezTo>
                <a:cubicBezTo>
                  <a:pt x="160365" y="3760234"/>
                  <a:pt x="142791" y="3724716"/>
                  <a:pt x="142115" y="3707357"/>
                </a:cubicBezTo>
                <a:cubicBezTo>
                  <a:pt x="139253" y="3688591"/>
                  <a:pt x="140202" y="3672776"/>
                  <a:pt x="139805" y="3665569"/>
                </a:cubicBezTo>
                <a:cubicBezTo>
                  <a:pt x="139778" y="3665084"/>
                  <a:pt x="139750" y="3664599"/>
                  <a:pt x="139723" y="3664114"/>
                </a:cubicBezTo>
                <a:lnTo>
                  <a:pt x="134134" y="3653088"/>
                </a:lnTo>
                <a:lnTo>
                  <a:pt x="126568" y="3641228"/>
                </a:lnTo>
                <a:cubicBezTo>
                  <a:pt x="126560" y="3629488"/>
                  <a:pt x="126549" y="3617747"/>
                  <a:pt x="126540" y="3606007"/>
                </a:cubicBezTo>
                <a:lnTo>
                  <a:pt x="134645" y="3597336"/>
                </a:lnTo>
                <a:lnTo>
                  <a:pt x="131649" y="3586412"/>
                </a:lnTo>
                <a:lnTo>
                  <a:pt x="134221" y="3569719"/>
                </a:lnTo>
                <a:lnTo>
                  <a:pt x="133795" y="3568021"/>
                </a:lnTo>
                <a:lnTo>
                  <a:pt x="130189" y="3553678"/>
                </a:lnTo>
                <a:lnTo>
                  <a:pt x="129827" y="3552249"/>
                </a:lnTo>
                <a:lnTo>
                  <a:pt x="122183" y="3542019"/>
                </a:lnTo>
                <a:lnTo>
                  <a:pt x="112426" y="3531201"/>
                </a:lnTo>
                <a:lnTo>
                  <a:pt x="105626" y="3496391"/>
                </a:lnTo>
                <a:lnTo>
                  <a:pt x="111971" y="3486850"/>
                </a:lnTo>
                <a:lnTo>
                  <a:pt x="106910" y="3476412"/>
                </a:lnTo>
                <a:cubicBezTo>
                  <a:pt x="105781" y="3466028"/>
                  <a:pt x="105824" y="3433967"/>
                  <a:pt x="105209" y="3424545"/>
                </a:cubicBezTo>
                <a:lnTo>
                  <a:pt x="103215" y="3419880"/>
                </a:lnTo>
                <a:lnTo>
                  <a:pt x="104953" y="3415218"/>
                </a:lnTo>
                <a:lnTo>
                  <a:pt x="101255" y="3409825"/>
                </a:lnTo>
                <a:lnTo>
                  <a:pt x="103044" y="3407057"/>
                </a:lnTo>
                <a:lnTo>
                  <a:pt x="89764" y="3378959"/>
                </a:lnTo>
                <a:lnTo>
                  <a:pt x="83991" y="3362948"/>
                </a:lnTo>
                <a:lnTo>
                  <a:pt x="66858" y="3332072"/>
                </a:lnTo>
                <a:lnTo>
                  <a:pt x="69057" y="3325671"/>
                </a:lnTo>
                <a:lnTo>
                  <a:pt x="51631" y="3278130"/>
                </a:lnTo>
                <a:lnTo>
                  <a:pt x="53959" y="3277179"/>
                </a:lnTo>
                <a:lnTo>
                  <a:pt x="60205" y="3262610"/>
                </a:lnTo>
                <a:lnTo>
                  <a:pt x="58998" y="3258677"/>
                </a:lnTo>
                <a:cubicBezTo>
                  <a:pt x="46010" y="3210316"/>
                  <a:pt x="80872" y="3236545"/>
                  <a:pt x="45170" y="3180546"/>
                </a:cubicBezTo>
                <a:cubicBezTo>
                  <a:pt x="53643" y="3171780"/>
                  <a:pt x="52550" y="3163902"/>
                  <a:pt x="45228" y="3151828"/>
                </a:cubicBezTo>
                <a:cubicBezTo>
                  <a:pt x="39651" y="3128169"/>
                  <a:pt x="64667" y="3124610"/>
                  <a:pt x="45020" y="3103777"/>
                </a:cubicBezTo>
                <a:cubicBezTo>
                  <a:pt x="59127" y="3105196"/>
                  <a:pt x="41123" y="3057428"/>
                  <a:pt x="57092" y="3065434"/>
                </a:cubicBezTo>
                <a:cubicBezTo>
                  <a:pt x="55435" y="3051512"/>
                  <a:pt x="40803" y="3032637"/>
                  <a:pt x="35088" y="3020247"/>
                </a:cubicBezTo>
                <a:cubicBezTo>
                  <a:pt x="32503" y="3002537"/>
                  <a:pt x="18197" y="3001119"/>
                  <a:pt x="22803" y="2991092"/>
                </a:cubicBezTo>
                <a:cubicBezTo>
                  <a:pt x="24338" y="2987749"/>
                  <a:pt x="27975" y="2983455"/>
                  <a:pt x="34850" y="2977278"/>
                </a:cubicBezTo>
                <a:cubicBezTo>
                  <a:pt x="22587" y="2954448"/>
                  <a:pt x="35600" y="2946689"/>
                  <a:pt x="36223" y="2911749"/>
                </a:cubicBezTo>
                <a:cubicBezTo>
                  <a:pt x="35158" y="2886513"/>
                  <a:pt x="29761" y="2843788"/>
                  <a:pt x="28462" y="2825860"/>
                </a:cubicBezTo>
                <a:cubicBezTo>
                  <a:pt x="28449" y="2818634"/>
                  <a:pt x="28437" y="2811409"/>
                  <a:pt x="28424" y="2804183"/>
                </a:cubicBezTo>
                <a:lnTo>
                  <a:pt x="21292" y="2790136"/>
                </a:lnTo>
                <a:lnTo>
                  <a:pt x="16179" y="2760208"/>
                </a:lnTo>
                <a:lnTo>
                  <a:pt x="22858" y="2751112"/>
                </a:lnTo>
                <a:lnTo>
                  <a:pt x="18505" y="2740278"/>
                </a:lnTo>
                <a:lnTo>
                  <a:pt x="22482" y="2726489"/>
                </a:lnTo>
                <a:lnTo>
                  <a:pt x="18175" y="2725052"/>
                </a:lnTo>
                <a:lnTo>
                  <a:pt x="10521" y="2715895"/>
                </a:lnTo>
                <a:lnTo>
                  <a:pt x="25499" y="2665666"/>
                </a:lnTo>
                <a:lnTo>
                  <a:pt x="30658" y="2635351"/>
                </a:lnTo>
                <a:cubicBezTo>
                  <a:pt x="30723" y="2625597"/>
                  <a:pt x="30791" y="2615842"/>
                  <a:pt x="30857" y="2606088"/>
                </a:cubicBezTo>
                <a:lnTo>
                  <a:pt x="37532" y="2596456"/>
                </a:lnTo>
                <a:cubicBezTo>
                  <a:pt x="41239" y="2582253"/>
                  <a:pt x="34640" y="2564757"/>
                  <a:pt x="36511" y="2549900"/>
                </a:cubicBezTo>
                <a:lnTo>
                  <a:pt x="53712" y="2496499"/>
                </a:lnTo>
                <a:cubicBezTo>
                  <a:pt x="53527" y="2492743"/>
                  <a:pt x="64725" y="2449625"/>
                  <a:pt x="64540" y="2445869"/>
                </a:cubicBezTo>
                <a:cubicBezTo>
                  <a:pt x="61940" y="2441580"/>
                  <a:pt x="65575" y="2413465"/>
                  <a:pt x="64348" y="2408995"/>
                </a:cubicBezTo>
                <a:cubicBezTo>
                  <a:pt x="100333" y="2407546"/>
                  <a:pt x="71752" y="2329020"/>
                  <a:pt x="101725" y="2335735"/>
                </a:cubicBezTo>
                <a:cubicBezTo>
                  <a:pt x="120512" y="2299003"/>
                  <a:pt x="138791" y="2291744"/>
                  <a:pt x="147278" y="2260088"/>
                </a:cubicBezTo>
                <a:cubicBezTo>
                  <a:pt x="152668" y="2224200"/>
                  <a:pt x="143589" y="2220953"/>
                  <a:pt x="152643" y="2193455"/>
                </a:cubicBezTo>
                <a:cubicBezTo>
                  <a:pt x="152701" y="2159228"/>
                  <a:pt x="131577" y="2138038"/>
                  <a:pt x="161815" y="2107942"/>
                </a:cubicBezTo>
                <a:lnTo>
                  <a:pt x="168884" y="2024270"/>
                </a:lnTo>
                <a:lnTo>
                  <a:pt x="210800" y="1969445"/>
                </a:lnTo>
                <a:lnTo>
                  <a:pt x="215063" y="1961162"/>
                </a:lnTo>
                <a:lnTo>
                  <a:pt x="226767" y="1945112"/>
                </a:lnTo>
                <a:lnTo>
                  <a:pt x="225906" y="1942021"/>
                </a:lnTo>
                <a:lnTo>
                  <a:pt x="220555" y="1935584"/>
                </a:lnTo>
                <a:cubicBezTo>
                  <a:pt x="220179" y="1930292"/>
                  <a:pt x="223282" y="1914884"/>
                  <a:pt x="223648" y="1910265"/>
                </a:cubicBezTo>
                <a:cubicBezTo>
                  <a:pt x="221934" y="1909994"/>
                  <a:pt x="221895" y="1909162"/>
                  <a:pt x="222758" y="1907867"/>
                </a:cubicBezTo>
                <a:lnTo>
                  <a:pt x="229387" y="1899379"/>
                </a:lnTo>
                <a:lnTo>
                  <a:pt x="231548" y="1895114"/>
                </a:lnTo>
                <a:lnTo>
                  <a:pt x="216553" y="1892417"/>
                </a:lnTo>
                <a:cubicBezTo>
                  <a:pt x="209075" y="1884999"/>
                  <a:pt x="222114" y="1866643"/>
                  <a:pt x="209739" y="1861483"/>
                </a:cubicBezTo>
                <a:cubicBezTo>
                  <a:pt x="214584" y="1853278"/>
                  <a:pt x="219066" y="1844665"/>
                  <a:pt x="222950" y="1835810"/>
                </a:cubicBezTo>
                <a:lnTo>
                  <a:pt x="224812" y="1830569"/>
                </a:lnTo>
                <a:lnTo>
                  <a:pt x="224522" y="1830429"/>
                </a:lnTo>
                <a:cubicBezTo>
                  <a:pt x="224224" y="1829219"/>
                  <a:pt x="224571" y="1827468"/>
                  <a:pt x="225830" y="1824832"/>
                </a:cubicBezTo>
                <a:lnTo>
                  <a:pt x="228207" y="1821003"/>
                </a:lnTo>
                <a:lnTo>
                  <a:pt x="230878" y="1807109"/>
                </a:lnTo>
                <a:lnTo>
                  <a:pt x="227355" y="1805316"/>
                </a:lnTo>
                <a:lnTo>
                  <a:pt x="228132" y="1804434"/>
                </a:lnTo>
                <a:cubicBezTo>
                  <a:pt x="237533" y="1798221"/>
                  <a:pt x="248274" y="1797417"/>
                  <a:pt x="223762" y="1784314"/>
                </a:cubicBezTo>
                <a:cubicBezTo>
                  <a:pt x="240655" y="1769422"/>
                  <a:pt x="224912" y="1763793"/>
                  <a:pt x="226521" y="1740358"/>
                </a:cubicBezTo>
                <a:cubicBezTo>
                  <a:pt x="240385" y="1732435"/>
                  <a:pt x="239102" y="1724301"/>
                  <a:pt x="233164" y="1715685"/>
                </a:cubicBezTo>
                <a:cubicBezTo>
                  <a:pt x="245499" y="1694404"/>
                  <a:pt x="240415" y="1672675"/>
                  <a:pt x="245819" y="1647555"/>
                </a:cubicBezTo>
                <a:cubicBezTo>
                  <a:pt x="268668" y="1622803"/>
                  <a:pt x="248434" y="1605585"/>
                  <a:pt x="254317" y="1578752"/>
                </a:cubicBezTo>
                <a:lnTo>
                  <a:pt x="249918" y="1546022"/>
                </a:lnTo>
                <a:cubicBezTo>
                  <a:pt x="251996" y="1543635"/>
                  <a:pt x="248777" y="1521210"/>
                  <a:pt x="248927" y="1519929"/>
                </a:cubicBezTo>
                <a:lnTo>
                  <a:pt x="248704" y="1519731"/>
                </a:lnTo>
                <a:lnTo>
                  <a:pt x="252245" y="1514846"/>
                </a:lnTo>
                <a:cubicBezTo>
                  <a:pt x="255314" y="1501295"/>
                  <a:pt x="252199" y="1477394"/>
                  <a:pt x="254681" y="1463304"/>
                </a:cubicBezTo>
                <a:cubicBezTo>
                  <a:pt x="257024" y="1459891"/>
                  <a:pt x="268983" y="1432466"/>
                  <a:pt x="267138" y="1430305"/>
                </a:cubicBezTo>
                <a:lnTo>
                  <a:pt x="266110" y="1429568"/>
                </a:lnTo>
                <a:lnTo>
                  <a:pt x="286784" y="1404045"/>
                </a:lnTo>
                <a:lnTo>
                  <a:pt x="294521" y="1360879"/>
                </a:lnTo>
                <a:lnTo>
                  <a:pt x="324750" y="1301993"/>
                </a:lnTo>
                <a:lnTo>
                  <a:pt x="328780" y="1210776"/>
                </a:lnTo>
                <a:cubicBezTo>
                  <a:pt x="344171" y="1197232"/>
                  <a:pt x="343390" y="1192124"/>
                  <a:pt x="346123" y="1157176"/>
                </a:cubicBezTo>
                <a:cubicBezTo>
                  <a:pt x="359383" y="1110140"/>
                  <a:pt x="355619" y="1111028"/>
                  <a:pt x="349331" y="1063288"/>
                </a:cubicBezTo>
                <a:cubicBezTo>
                  <a:pt x="364194" y="1005331"/>
                  <a:pt x="362778" y="969963"/>
                  <a:pt x="431245" y="889417"/>
                </a:cubicBezTo>
                <a:lnTo>
                  <a:pt x="459477" y="816346"/>
                </a:lnTo>
                <a:cubicBezTo>
                  <a:pt x="465006" y="808083"/>
                  <a:pt x="496978" y="764380"/>
                  <a:pt x="489268" y="752692"/>
                </a:cubicBezTo>
                <a:lnTo>
                  <a:pt x="505368" y="724368"/>
                </a:lnTo>
                <a:lnTo>
                  <a:pt x="511178" y="722494"/>
                </a:lnTo>
                <a:lnTo>
                  <a:pt x="514451" y="717531"/>
                </a:lnTo>
                <a:cubicBezTo>
                  <a:pt x="514171" y="710761"/>
                  <a:pt x="513893" y="703992"/>
                  <a:pt x="513612" y="697222"/>
                </a:cubicBezTo>
                <a:cubicBezTo>
                  <a:pt x="513272" y="693376"/>
                  <a:pt x="513720" y="690905"/>
                  <a:pt x="514772" y="689289"/>
                </a:cubicBezTo>
                <a:lnTo>
                  <a:pt x="515249" y="689151"/>
                </a:lnTo>
                <a:cubicBezTo>
                  <a:pt x="515320" y="686637"/>
                  <a:pt x="515389" y="684122"/>
                  <a:pt x="515461" y="681608"/>
                </a:cubicBezTo>
                <a:cubicBezTo>
                  <a:pt x="522970" y="666964"/>
                  <a:pt x="551123" y="617831"/>
                  <a:pt x="560298" y="601285"/>
                </a:cubicBezTo>
                <a:cubicBezTo>
                  <a:pt x="558549" y="585107"/>
                  <a:pt x="540289" y="573171"/>
                  <a:pt x="570504" y="582332"/>
                </a:cubicBezTo>
                <a:cubicBezTo>
                  <a:pt x="570816" y="577121"/>
                  <a:pt x="573898" y="574271"/>
                  <a:pt x="578347" y="572511"/>
                </a:cubicBezTo>
                <a:lnTo>
                  <a:pt x="580375" y="572092"/>
                </a:lnTo>
                <a:lnTo>
                  <a:pt x="575722" y="536015"/>
                </a:lnTo>
                <a:lnTo>
                  <a:pt x="578705" y="531675"/>
                </a:lnTo>
                <a:lnTo>
                  <a:pt x="564084" y="491380"/>
                </a:lnTo>
                <a:cubicBezTo>
                  <a:pt x="560969" y="487340"/>
                  <a:pt x="560134" y="482008"/>
                  <a:pt x="564457" y="473782"/>
                </a:cubicBezTo>
                <a:lnTo>
                  <a:pt x="566413" y="472000"/>
                </a:lnTo>
                <a:lnTo>
                  <a:pt x="584600" y="354566"/>
                </a:lnTo>
                <a:cubicBezTo>
                  <a:pt x="586100" y="325288"/>
                  <a:pt x="584583" y="317533"/>
                  <a:pt x="588077" y="265704"/>
                </a:cubicBezTo>
                <a:cubicBezTo>
                  <a:pt x="588008" y="205530"/>
                  <a:pt x="578491" y="226511"/>
                  <a:pt x="580576" y="187093"/>
                </a:cubicBezTo>
                <a:cubicBezTo>
                  <a:pt x="579265" y="162458"/>
                  <a:pt x="569240" y="117589"/>
                  <a:pt x="587928" y="130336"/>
                </a:cubicBezTo>
                <a:cubicBezTo>
                  <a:pt x="552635" y="69804"/>
                  <a:pt x="604651" y="82036"/>
                  <a:pt x="593881" y="17287"/>
                </a:cubicBezTo>
                <a:cubicBezTo>
                  <a:pt x="600399" y="13784"/>
                  <a:pt x="605413" y="8440"/>
                  <a:pt x="609224" y="17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58465528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C4D1DA-E309-C090-34FF-B3B24D686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30" name="Rectangle 3129">
            <a:extLst>
              <a:ext uri="{FF2B5EF4-FFF2-40B4-BE49-F238E27FC236}">
                <a16:creationId xmlns:a16="http://schemas.microsoft.com/office/drawing/2014/main" id="{20027D4C-CF6A-FB49-7D88-F672DE273F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32" name="Freeform: Shape 3131">
            <a:extLst>
              <a:ext uri="{FF2B5EF4-FFF2-40B4-BE49-F238E27FC236}">
                <a16:creationId xmlns:a16="http://schemas.microsoft.com/office/drawing/2014/main" id="{8487EEA0-4173-9C10-77D6-6A6F433C8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E16B52F-E6AC-4064-2426-79F26C65F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973" y="393380"/>
            <a:ext cx="7655427" cy="7398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Results &amp; Performance</a:t>
            </a:r>
          </a:p>
        </p:txBody>
      </p:sp>
      <p:sp>
        <p:nvSpPr>
          <p:cNvPr id="3134" name="Freeform: Shape 3133">
            <a:extLst>
              <a:ext uri="{FF2B5EF4-FFF2-40B4-BE49-F238E27FC236}">
                <a16:creationId xmlns:a16="http://schemas.microsoft.com/office/drawing/2014/main" id="{77C75823-C61F-BAFD-A9EA-5FDC678F9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EAA4CC3C-2F15-FD6B-6BF9-69D614C0CD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4575" y="1909161"/>
            <a:ext cx="5380186" cy="446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47984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30" name="Rectangle 3129">
            <a:extLst>
              <a:ext uri="{FF2B5EF4-FFF2-40B4-BE49-F238E27FC236}">
                <a16:creationId xmlns:a16="http://schemas.microsoft.com/office/drawing/2014/main" id="{78BA5F19-D5E1-4ECC-BEC2-DF7AEDFD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32" name="Freeform: Shape 3131">
            <a:extLst>
              <a:ext uri="{FF2B5EF4-FFF2-40B4-BE49-F238E27FC236}">
                <a16:creationId xmlns:a16="http://schemas.microsoft.com/office/drawing/2014/main" id="{50CC88A9-A661-4C48-866E-8734E511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14D428D-60A3-B311-82B3-B3878ED9B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973" y="393380"/>
            <a:ext cx="7655427" cy="7398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Results &amp; Performance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6D76BAD-58FA-8976-A1D2-90049B335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1439" y="2008640"/>
            <a:ext cx="5486071" cy="3401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92FECCF5-61FC-D9F4-F5CE-86E3B7F470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4156" y="2008641"/>
            <a:ext cx="5486068" cy="3401362"/>
          </a:xfrm>
          <a:prstGeom prst="rect">
            <a:avLst/>
          </a:prstGeom>
        </p:spPr>
      </p:pic>
      <p:sp>
        <p:nvSpPr>
          <p:cNvPr id="3134" name="Freeform: Shape 3133">
            <a:extLst>
              <a:ext uri="{FF2B5EF4-FFF2-40B4-BE49-F238E27FC236}">
                <a16:creationId xmlns:a16="http://schemas.microsoft.com/office/drawing/2014/main" id="{CFDF195F-784B-4D00-8C92-6FC1B0499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6382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85F55C16-BC21-49EF-A4FF-C3155BB93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33B2DD8-53D8-0536-3B12-F38D913E6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8400" y="365125"/>
            <a:ext cx="5105398" cy="1952744"/>
          </a:xfrm>
        </p:spPr>
        <p:txBody>
          <a:bodyPr>
            <a:normAutofit/>
          </a:bodyPr>
          <a:lstStyle/>
          <a:p>
            <a:r>
              <a:rPr lang="it-IT" dirty="0"/>
              <a:t>The </a:t>
            </a:r>
            <a:r>
              <a:rPr lang="it-IT" dirty="0" err="1"/>
              <a:t>Seismic</a:t>
            </a:r>
            <a:r>
              <a:rPr lang="it-IT" dirty="0"/>
              <a:t> Agente (Live Application)</a:t>
            </a: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0C5F069E-AFE6-4825-8945-46F2918A50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6116569" cy="6858000"/>
          </a:xfrm>
          <a:custGeom>
            <a:avLst/>
            <a:gdLst>
              <a:gd name="connsiteX0" fmla="*/ 0 w 6116569"/>
              <a:gd name="connsiteY0" fmla="*/ 0 h 6879321"/>
              <a:gd name="connsiteX1" fmla="*/ 2935851 w 6116569"/>
              <a:gd name="connsiteY1" fmla="*/ 0 h 6879321"/>
              <a:gd name="connsiteX2" fmla="*/ 3238280 w 6116569"/>
              <a:gd name="connsiteY2" fmla="*/ 31980 h 6879321"/>
              <a:gd name="connsiteX3" fmla="*/ 3660541 w 6116569"/>
              <a:gd name="connsiteY3" fmla="*/ 550772 h 6879321"/>
              <a:gd name="connsiteX4" fmla="*/ 3808902 w 6116569"/>
              <a:gd name="connsiteY4" fmla="*/ 589860 h 6879321"/>
              <a:gd name="connsiteX5" fmla="*/ 4413762 w 6116569"/>
              <a:gd name="connsiteY5" fmla="*/ 625393 h 6879321"/>
              <a:gd name="connsiteX6" fmla="*/ 4567830 w 6116569"/>
              <a:gd name="connsiteY6" fmla="*/ 721333 h 6879321"/>
              <a:gd name="connsiteX7" fmla="*/ 4171247 w 6116569"/>
              <a:gd name="connsiteY7" fmla="*/ 792401 h 6879321"/>
              <a:gd name="connsiteX8" fmla="*/ 4376671 w 6116569"/>
              <a:gd name="connsiteY8" fmla="*/ 842148 h 6879321"/>
              <a:gd name="connsiteX9" fmla="*/ 4527887 w 6116569"/>
              <a:gd name="connsiteY9" fmla="*/ 813722 h 6879321"/>
              <a:gd name="connsiteX10" fmla="*/ 4633452 w 6116569"/>
              <a:gd name="connsiteY10" fmla="*/ 799508 h 6879321"/>
              <a:gd name="connsiteX11" fmla="*/ 4947293 w 6116569"/>
              <a:gd name="connsiteY11" fmla="*/ 870576 h 6879321"/>
              <a:gd name="connsiteX12" fmla="*/ 5263988 w 6116569"/>
              <a:gd name="connsiteY12" fmla="*/ 820828 h 6879321"/>
              <a:gd name="connsiteX13" fmla="*/ 5249723 w 6116569"/>
              <a:gd name="connsiteY13" fmla="*/ 895449 h 6879321"/>
              <a:gd name="connsiteX14" fmla="*/ 4744723 w 6116569"/>
              <a:gd name="connsiteY14" fmla="*/ 1197485 h 6879321"/>
              <a:gd name="connsiteX15" fmla="*/ 4767548 w 6116569"/>
              <a:gd name="connsiteY15" fmla="*/ 1346727 h 6879321"/>
              <a:gd name="connsiteX16" fmla="*/ 4539299 w 6116569"/>
              <a:gd name="connsiteY16" fmla="*/ 1421348 h 6879321"/>
              <a:gd name="connsiteX17" fmla="*/ 4607773 w 6116569"/>
              <a:gd name="connsiteY17" fmla="*/ 1485309 h 6879321"/>
              <a:gd name="connsiteX18" fmla="*/ 4579242 w 6116569"/>
              <a:gd name="connsiteY18" fmla="*/ 1535055 h 6879321"/>
              <a:gd name="connsiteX19" fmla="*/ 5278255 w 6116569"/>
              <a:gd name="connsiteY19" fmla="*/ 1609676 h 6879321"/>
              <a:gd name="connsiteX20" fmla="*/ 5771843 w 6116569"/>
              <a:gd name="connsiteY20" fmla="*/ 1630997 h 6879321"/>
              <a:gd name="connsiteX21" fmla="*/ 6105656 w 6116569"/>
              <a:gd name="connsiteY21" fmla="*/ 1748257 h 6879321"/>
              <a:gd name="connsiteX22" fmla="*/ 5691955 w 6116569"/>
              <a:gd name="connsiteY22" fmla="*/ 2167555 h 6879321"/>
              <a:gd name="connsiteX23" fmla="*/ 5475118 w 6116569"/>
              <a:gd name="connsiteY23" fmla="*/ 2348776 h 6879321"/>
              <a:gd name="connsiteX24" fmla="*/ 5826051 w 6116569"/>
              <a:gd name="connsiteY24" fmla="*/ 2291922 h 6879321"/>
              <a:gd name="connsiteX25" fmla="*/ 5552153 w 6116569"/>
              <a:gd name="connsiteY25" fmla="*/ 2597513 h 6879321"/>
              <a:gd name="connsiteX26" fmla="*/ 5603508 w 6116569"/>
              <a:gd name="connsiteY26" fmla="*/ 2647260 h 6879321"/>
              <a:gd name="connsiteX27" fmla="*/ 5700515 w 6116569"/>
              <a:gd name="connsiteY27" fmla="*/ 2679240 h 6879321"/>
              <a:gd name="connsiteX28" fmla="*/ 5246870 w 6116569"/>
              <a:gd name="connsiteY28" fmla="*/ 2888889 h 6879321"/>
              <a:gd name="connsiteX29" fmla="*/ 4836022 w 6116569"/>
              <a:gd name="connsiteY29" fmla="*/ 3169605 h 6879321"/>
              <a:gd name="connsiteX30" fmla="*/ 4736163 w 6116569"/>
              <a:gd name="connsiteY30" fmla="*/ 3233565 h 6879321"/>
              <a:gd name="connsiteX31" fmla="*/ 4853141 w 6116569"/>
              <a:gd name="connsiteY31" fmla="*/ 3233565 h 6879321"/>
              <a:gd name="connsiteX32" fmla="*/ 4944440 w 6116569"/>
              <a:gd name="connsiteY32" fmla="*/ 3226459 h 6879321"/>
              <a:gd name="connsiteX33" fmla="*/ 5109921 w 6116569"/>
              <a:gd name="connsiteY33" fmla="*/ 3283313 h 6879321"/>
              <a:gd name="connsiteX34" fmla="*/ 5694809 w 6116569"/>
              <a:gd name="connsiteY34" fmla="*/ 3141178 h 6879321"/>
              <a:gd name="connsiteX35" fmla="*/ 5566419 w 6116569"/>
              <a:gd name="connsiteY35" fmla="*/ 3301079 h 6879321"/>
              <a:gd name="connsiteX36" fmla="*/ 5415203 w 6116569"/>
              <a:gd name="connsiteY36" fmla="*/ 3397020 h 6879321"/>
              <a:gd name="connsiteX37" fmla="*/ 5612068 w 6116569"/>
              <a:gd name="connsiteY37" fmla="*/ 3432554 h 6879321"/>
              <a:gd name="connsiteX38" fmla="*/ 5206927 w 6116569"/>
              <a:gd name="connsiteY38" fmla="*/ 3599562 h 6879321"/>
              <a:gd name="connsiteX39" fmla="*/ 5301079 w 6116569"/>
              <a:gd name="connsiteY39" fmla="*/ 3723930 h 6879321"/>
              <a:gd name="connsiteX40" fmla="*/ 4507915 w 6116569"/>
              <a:gd name="connsiteY40" fmla="*/ 4306683 h 6879321"/>
              <a:gd name="connsiteX41" fmla="*/ 3982942 w 6116569"/>
              <a:gd name="connsiteY41" fmla="*/ 4587399 h 6879321"/>
              <a:gd name="connsiteX42" fmla="*/ 4185513 w 6116569"/>
              <a:gd name="connsiteY42" fmla="*/ 4541205 h 6879321"/>
              <a:gd name="connsiteX43" fmla="*/ 5212633 w 6116569"/>
              <a:gd name="connsiteY43" fmla="*/ 4455924 h 6879321"/>
              <a:gd name="connsiteX44" fmla="*/ 5312492 w 6116569"/>
              <a:gd name="connsiteY44" fmla="*/ 4473691 h 6879321"/>
              <a:gd name="connsiteX45" fmla="*/ 4596361 w 6116569"/>
              <a:gd name="connsiteY45" fmla="*/ 4818368 h 6879321"/>
              <a:gd name="connsiteX46" fmla="*/ 4873113 w 6116569"/>
              <a:gd name="connsiteY46" fmla="*/ 4885882 h 6879321"/>
              <a:gd name="connsiteX47" fmla="*/ 4935881 w 6116569"/>
              <a:gd name="connsiteY47" fmla="*/ 4914309 h 6879321"/>
              <a:gd name="connsiteX48" fmla="*/ 4873113 w 6116569"/>
              <a:gd name="connsiteY48" fmla="*/ 5003143 h 6879321"/>
              <a:gd name="connsiteX49" fmla="*/ 4721898 w 6116569"/>
              <a:gd name="connsiteY49" fmla="*/ 5095530 h 6879321"/>
              <a:gd name="connsiteX50" fmla="*/ 5132745 w 6116569"/>
              <a:gd name="connsiteY50" fmla="*/ 4949842 h 6879321"/>
              <a:gd name="connsiteX51" fmla="*/ 5101362 w 6116569"/>
              <a:gd name="connsiteY51" fmla="*/ 5081317 h 6879321"/>
              <a:gd name="connsiteX52" fmla="*/ 5138452 w 6116569"/>
              <a:gd name="connsiteY52" fmla="*/ 5198578 h 6879321"/>
              <a:gd name="connsiteX53" fmla="*/ 4904497 w 6116569"/>
              <a:gd name="connsiteY53" fmla="*/ 5362033 h 6879321"/>
              <a:gd name="connsiteX54" fmla="*/ 4579242 w 6116569"/>
              <a:gd name="connsiteY54" fmla="*/ 5674729 h 6879321"/>
              <a:gd name="connsiteX55" fmla="*/ 4253988 w 6116569"/>
              <a:gd name="connsiteY55" fmla="*/ 5884379 h 6879321"/>
              <a:gd name="connsiteX56" fmla="*/ 3985795 w 6116569"/>
              <a:gd name="connsiteY56" fmla="*/ 6069153 h 6879321"/>
              <a:gd name="connsiteX57" fmla="*/ 4231163 w 6116569"/>
              <a:gd name="connsiteY57" fmla="*/ 6030066 h 6879321"/>
              <a:gd name="connsiteX58" fmla="*/ 3814609 w 6116569"/>
              <a:gd name="connsiteY58" fmla="*/ 6317889 h 6879321"/>
              <a:gd name="connsiteX59" fmla="*/ 3751840 w 6116569"/>
              <a:gd name="connsiteY59" fmla="*/ 6339209 h 6879321"/>
              <a:gd name="connsiteX60" fmla="*/ 3089919 w 6116569"/>
              <a:gd name="connsiteY60" fmla="*/ 6563071 h 6879321"/>
              <a:gd name="connsiteX61" fmla="*/ 2961529 w 6116569"/>
              <a:gd name="connsiteY61" fmla="*/ 6662566 h 6879321"/>
              <a:gd name="connsiteX62" fmla="*/ 3107038 w 6116569"/>
              <a:gd name="connsiteY62" fmla="*/ 6673226 h 6879321"/>
              <a:gd name="connsiteX63" fmla="*/ 3594919 w 6116569"/>
              <a:gd name="connsiteY63" fmla="*/ 6591499 h 6879321"/>
              <a:gd name="connsiteX64" fmla="*/ 3261106 w 6116569"/>
              <a:gd name="connsiteY64" fmla="*/ 6726527 h 6879321"/>
              <a:gd name="connsiteX65" fmla="*/ 3620597 w 6116569"/>
              <a:gd name="connsiteY65" fmla="*/ 6740740 h 6879321"/>
              <a:gd name="connsiteX66" fmla="*/ 3703337 w 6116569"/>
              <a:gd name="connsiteY66" fmla="*/ 6826020 h 6879321"/>
              <a:gd name="connsiteX67" fmla="*/ 3689072 w 6116569"/>
              <a:gd name="connsiteY67" fmla="*/ 6879321 h 6879321"/>
              <a:gd name="connsiteX68" fmla="*/ 0 w 6116569"/>
              <a:gd name="connsiteY68" fmla="*/ 6879321 h 6879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Graphic 6" descr="Portatile sicuro">
            <a:extLst>
              <a:ext uri="{FF2B5EF4-FFF2-40B4-BE49-F238E27FC236}">
                <a16:creationId xmlns:a16="http://schemas.microsoft.com/office/drawing/2014/main" id="{F42F71E1-86ED-98A0-7022-03557D4CF8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1134" y="1918107"/>
            <a:ext cx="3195204" cy="3195204"/>
          </a:xfrm>
          <a:prstGeom prst="rect">
            <a:avLst/>
          </a:prstGeom>
        </p:spPr>
      </p:pic>
      <p:sp>
        <p:nvSpPr>
          <p:cNvPr id="8" name="Segnaposto contenuto 2">
            <a:extLst>
              <a:ext uri="{FF2B5EF4-FFF2-40B4-BE49-F238E27FC236}">
                <a16:creationId xmlns:a16="http://schemas.microsoft.com/office/drawing/2014/main" id="{8EFB7DB5-8828-D0AE-F8F4-545A12E0D3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8400" y="2497257"/>
            <a:ext cx="5105398" cy="3679705"/>
          </a:xfrm>
        </p:spPr>
        <p:txBody>
          <a:bodyPr>
            <a:normAutofit/>
          </a:bodyPr>
          <a:lstStyle/>
          <a:p>
            <a:r>
              <a:rPr lang="en-US" sz="2000" dirty="0"/>
              <a:t>The "Seismic Agent" Python tool.</a:t>
            </a:r>
          </a:p>
          <a:p>
            <a:r>
              <a:rPr lang="en-US" sz="2000" dirty="0"/>
              <a:t>Integration with </a:t>
            </a:r>
            <a:r>
              <a:rPr lang="en-US" sz="2000" dirty="0" err="1"/>
              <a:t>Obspy</a:t>
            </a:r>
            <a:r>
              <a:rPr lang="en-US" sz="2000" dirty="0"/>
              <a:t> and global data centers.</a:t>
            </a:r>
          </a:p>
          <a:p>
            <a:r>
              <a:rPr lang="en-US" sz="2000" dirty="0"/>
              <a:t>The 5-Minute Lag Strategy.</a:t>
            </a:r>
          </a:p>
          <a:p>
            <a:r>
              <a:rPr lang="en-US" sz="2000" dirty="0"/>
              <a:t>Real-time data instability vs. archival stability.</a:t>
            </a:r>
          </a:p>
          <a:p>
            <a:r>
              <a:rPr lang="it-IT" sz="2000" dirty="0"/>
              <a:t>Testing on diverse </a:t>
            </a:r>
            <a:r>
              <a:rPr lang="it-IT" sz="2000" dirty="0" err="1"/>
              <a:t>tectonic</a:t>
            </a:r>
            <a:r>
              <a:rPr lang="it-IT" sz="2000" dirty="0"/>
              <a:t> </a:t>
            </a:r>
            <a:r>
              <a:rPr lang="it-IT" sz="2000" dirty="0" err="1"/>
              <a:t>environments</a:t>
            </a:r>
            <a:r>
              <a:rPr lang="it-IT" sz="2000" dirty="0"/>
              <a:t>.</a:t>
            </a:r>
          </a:p>
          <a:p>
            <a:r>
              <a:rPr lang="it-IT" sz="2000" dirty="0"/>
              <a:t>User-</a:t>
            </a:r>
            <a:r>
              <a:rPr lang="it-IT" sz="2000" dirty="0" err="1"/>
              <a:t>defined</a:t>
            </a:r>
            <a:r>
              <a:rPr lang="it-IT" sz="2000" dirty="0"/>
              <a:t> INGV station </a:t>
            </a:r>
            <a:r>
              <a:rPr lang="it-IT" sz="2000" dirty="0" err="1"/>
              <a:t>codes</a:t>
            </a:r>
            <a:r>
              <a:rPr lang="it-IT" sz="2000" dirty="0"/>
              <a:t>.</a:t>
            </a:r>
          </a:p>
          <a:p>
            <a:pPr marL="0" indent="0">
              <a:buNone/>
            </a:pPr>
            <a:endParaRPr lang="it-IT" sz="2000" dirty="0"/>
          </a:p>
        </p:txBody>
      </p:sp>
    </p:spTree>
    <p:extLst>
      <p:ext uri="{BB962C8B-B14F-4D97-AF65-F5344CB8AC3E}">
        <p14:creationId xmlns:p14="http://schemas.microsoft.com/office/powerpoint/2010/main" val="35917290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build="p"/>
    </p:bld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8F8F7"/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280</Words>
  <Application>Microsoft Office PowerPoint</Application>
  <PresentationFormat>Widescreen</PresentationFormat>
  <Paragraphs>37</Paragraphs>
  <Slides>7</Slides>
  <Notes>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Cambria Math</vt:lpstr>
      <vt:lpstr>Tema di Office</vt:lpstr>
      <vt:lpstr>D.E.E.P. Detecting Earthquakes and Extracting Phases  </vt:lpstr>
      <vt:lpstr>The Why: Introduction &amp; Problem</vt:lpstr>
      <vt:lpstr>The Data</vt:lpstr>
      <vt:lpstr>The Engine</vt:lpstr>
      <vt:lpstr>Results &amp; Performance</vt:lpstr>
      <vt:lpstr>Results &amp; Performance</vt:lpstr>
      <vt:lpstr>The Seismic Agente (Live Application)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Alessandra Melchionna</dc:creator>
  <cp:lastModifiedBy>Alessandra Melchionna</cp:lastModifiedBy>
  <cp:revision>1</cp:revision>
  <dcterms:created xsi:type="dcterms:W3CDTF">2026-01-20T10:33:34Z</dcterms:created>
  <dcterms:modified xsi:type="dcterms:W3CDTF">2026-01-22T10:09:44Z</dcterms:modified>
</cp:coreProperties>
</file>